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60" r:id="rId2"/>
    <p:sldId id="261" r:id="rId3"/>
    <p:sldId id="264" r:id="rId4"/>
    <p:sldId id="266" r:id="rId5"/>
    <p:sldId id="265" r:id="rId6"/>
    <p:sldId id="269" r:id="rId7"/>
    <p:sldId id="268" r:id="rId8"/>
    <p:sldId id="267" r:id="rId9"/>
    <p:sldId id="271" r:id="rId10"/>
    <p:sldId id="272" r:id="rId11"/>
    <p:sldId id="273" r:id="rId12"/>
    <p:sldId id="274" r:id="rId13"/>
    <p:sldId id="275" r:id="rId14"/>
    <p:sldId id="278" r:id="rId15"/>
    <p:sldId id="276" r:id="rId16"/>
    <p:sldId id="277" r:id="rId17"/>
    <p:sldId id="270" r:id="rId18"/>
  </p:sldIdLst>
  <p:sldSz cx="18288000" cy="10287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Hedvig Letters Sans" panose="020B0604020202020204" charset="0"/>
      <p:regular r:id="rId21"/>
    </p:embeddedFont>
    <p:embeddedFont>
      <p:font typeface="Liter" panose="020B0604020202020204" charset="0"/>
      <p:regular r:id="rId22"/>
    </p:embeddedFont>
    <p:embeddedFont>
      <p:font typeface="Quattrocento Sans" panose="020B05020500000200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94B"/>
    <a:srgbClr val="005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11F92-5160-4BD7-BA07-4BD855F937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88833-69A6-4ADE-95A4-7BB87BA7F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308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88833-69A6-4ADE-95A4-7BB87BA7F7D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429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2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2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24.jp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6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25.jp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29.jp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28.jp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30.jp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31.jp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32.jp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CFACF93-052C-18C5-B8B9-10E6DDB8DD36}"/>
              </a:ext>
            </a:extLst>
          </p:cNvPr>
          <p:cNvGrpSpPr/>
          <p:nvPr/>
        </p:nvGrpSpPr>
        <p:grpSpPr>
          <a:xfrm>
            <a:off x="7820025" y="1333500"/>
            <a:ext cx="2647950" cy="3124200"/>
            <a:chOff x="874655" y="438912"/>
            <a:chExt cx="2560320" cy="1687448"/>
          </a:xfrm>
        </p:grpSpPr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56ED9511-9CED-CE52-AB68-504A779F2449}"/>
                </a:ext>
              </a:extLst>
            </p:cNvPr>
            <p:cNvGrpSpPr/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20" name="object 4">
                <a:extLst>
                  <a:ext uri="{FF2B5EF4-FFF2-40B4-BE49-F238E27FC236}">
                    <a16:creationId xmlns:a16="http://schemas.microsoft.com/office/drawing/2014/main" id="{88C5C48B-64E3-D849-088E-965418C5239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21" name="object 5">
                <a:extLst>
                  <a:ext uri="{FF2B5EF4-FFF2-40B4-BE49-F238E27FC236}">
                    <a16:creationId xmlns:a16="http://schemas.microsoft.com/office/drawing/2014/main" id="{32CC3F56-A018-DB1A-73B6-B7E5E02CDD66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22" name="object 6">
                <a:extLst>
                  <a:ext uri="{FF2B5EF4-FFF2-40B4-BE49-F238E27FC236}">
                    <a16:creationId xmlns:a16="http://schemas.microsoft.com/office/drawing/2014/main" id="{E514DD8B-814D-7470-2843-F5DD82F60F54}"/>
                  </a:ext>
                </a:extLst>
              </p:cNvPr>
              <p:cNvSpPr/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A6F338EB-87E0-D7C0-CF19-60A70B5FA420}"/>
                  </a:ext>
                </a:extLst>
              </p:cNvPr>
              <p:cNvSpPr/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8">
                <a:extLst>
                  <a:ext uri="{FF2B5EF4-FFF2-40B4-BE49-F238E27FC236}">
                    <a16:creationId xmlns:a16="http://schemas.microsoft.com/office/drawing/2014/main" id="{08F3AA53-A804-F3D8-12B7-F1A0C73F70B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25" name="object 9">
                <a:extLst>
                  <a:ext uri="{FF2B5EF4-FFF2-40B4-BE49-F238E27FC236}">
                    <a16:creationId xmlns:a16="http://schemas.microsoft.com/office/drawing/2014/main" id="{4CA3DB70-B210-2A26-E6CB-289B00D21D4A}"/>
                  </a:ext>
                </a:extLst>
              </p:cNvPr>
              <p:cNvSpPr/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10">
                <a:extLst>
                  <a:ext uri="{FF2B5EF4-FFF2-40B4-BE49-F238E27FC236}">
                    <a16:creationId xmlns:a16="http://schemas.microsoft.com/office/drawing/2014/main" id="{3CB6A8C7-1BEF-C9FB-41F6-4145084394C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9C8A74EE-3F66-FED1-4CEB-29603E85852A}"/>
                  </a:ext>
                </a:extLst>
              </p:cNvPr>
              <p:cNvSpPr/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2">
                <a:extLst>
                  <a:ext uri="{FF2B5EF4-FFF2-40B4-BE49-F238E27FC236}">
                    <a16:creationId xmlns:a16="http://schemas.microsoft.com/office/drawing/2014/main" id="{AF0941A3-5B08-A0DA-8213-1C263DED3229}"/>
                  </a:ext>
                </a:extLst>
              </p:cNvPr>
              <p:cNvSpPr/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9" name="object 13">
                <a:extLst>
                  <a:ext uri="{FF2B5EF4-FFF2-40B4-BE49-F238E27FC236}">
                    <a16:creationId xmlns:a16="http://schemas.microsoft.com/office/drawing/2014/main" id="{F7170E33-F842-4A2B-CABE-C36ACA1608B9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30" name="object 14">
                <a:extLst>
                  <a:ext uri="{FF2B5EF4-FFF2-40B4-BE49-F238E27FC236}">
                    <a16:creationId xmlns:a16="http://schemas.microsoft.com/office/drawing/2014/main" id="{55A0E8D9-2E91-E65A-9396-4F92CF1CBCE4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7" name="object 15">
              <a:extLst>
                <a:ext uri="{FF2B5EF4-FFF2-40B4-BE49-F238E27FC236}">
                  <a16:creationId xmlns:a16="http://schemas.microsoft.com/office/drawing/2014/main" id="{921B3944-F3BF-6FA3-194A-9586D706B71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8" name="object 16">
              <a:extLst>
                <a:ext uri="{FF2B5EF4-FFF2-40B4-BE49-F238E27FC236}">
                  <a16:creationId xmlns:a16="http://schemas.microsoft.com/office/drawing/2014/main" id="{C6FCE7AB-5C17-AB10-D334-CC0A579DB47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9" name="object 17">
              <a:extLst>
                <a:ext uri="{FF2B5EF4-FFF2-40B4-BE49-F238E27FC236}">
                  <a16:creationId xmlns:a16="http://schemas.microsoft.com/office/drawing/2014/main" id="{AA9492BA-25A2-3D21-D656-5CDC1987812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10" name="object 18">
              <a:extLst>
                <a:ext uri="{FF2B5EF4-FFF2-40B4-BE49-F238E27FC236}">
                  <a16:creationId xmlns:a16="http://schemas.microsoft.com/office/drawing/2014/main" id="{95F33DF7-B0F6-A428-7052-75ED55800E06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F4AF7584-DED1-AB9B-187D-198535DD621A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12" name="object 20">
              <a:extLst>
                <a:ext uri="{FF2B5EF4-FFF2-40B4-BE49-F238E27FC236}">
                  <a16:creationId xmlns:a16="http://schemas.microsoft.com/office/drawing/2014/main" id="{2ED11A92-F3FC-31AA-BC35-BDD871485694}"/>
                </a:ext>
              </a:extLst>
            </p:cNvPr>
            <p:cNvGrpSpPr/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13" name="object 21">
                <a:extLst>
                  <a:ext uri="{FF2B5EF4-FFF2-40B4-BE49-F238E27FC236}">
                    <a16:creationId xmlns:a16="http://schemas.microsoft.com/office/drawing/2014/main" id="{C1B47413-C026-284E-0BC5-15282AFC58FD}"/>
                  </a:ext>
                </a:extLst>
              </p:cNvPr>
              <p:cNvSpPr/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2">
                <a:extLst>
                  <a:ext uri="{FF2B5EF4-FFF2-40B4-BE49-F238E27FC236}">
                    <a16:creationId xmlns:a16="http://schemas.microsoft.com/office/drawing/2014/main" id="{1AA0DE5F-F79F-6881-53DF-EE0DB3D61B6A}"/>
                  </a:ext>
                </a:extLst>
              </p:cNvPr>
              <p:cNvSpPr/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23">
                <a:extLst>
                  <a:ext uri="{FF2B5EF4-FFF2-40B4-BE49-F238E27FC236}">
                    <a16:creationId xmlns:a16="http://schemas.microsoft.com/office/drawing/2014/main" id="{4AD57600-53F2-EDBE-4AE1-620722F160D7}"/>
                  </a:ext>
                </a:extLst>
              </p:cNvPr>
              <p:cNvSpPr/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4">
                <a:extLst>
                  <a:ext uri="{FF2B5EF4-FFF2-40B4-BE49-F238E27FC236}">
                    <a16:creationId xmlns:a16="http://schemas.microsoft.com/office/drawing/2014/main" id="{9BE31F1B-6A89-2B63-48F6-13663366EBEF}"/>
                  </a:ext>
                </a:extLst>
              </p:cNvPr>
              <p:cNvSpPr/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25">
                <a:extLst>
                  <a:ext uri="{FF2B5EF4-FFF2-40B4-BE49-F238E27FC236}">
                    <a16:creationId xmlns:a16="http://schemas.microsoft.com/office/drawing/2014/main" id="{604AFF5F-CCE8-F40A-4DDC-0CD13609AC65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CBBAF64B-3AD3-30DD-756B-ABBF86922825}"/>
                  </a:ext>
                </a:extLst>
              </p:cNvPr>
              <p:cNvSpPr/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27">
                <a:extLst>
                  <a:ext uri="{FF2B5EF4-FFF2-40B4-BE49-F238E27FC236}">
                    <a16:creationId xmlns:a16="http://schemas.microsoft.com/office/drawing/2014/main" id="{71848E35-3AAD-1207-D6A6-8D92A7DDEF03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E8FE20B-EEB0-876A-C578-D04B7FD63BA6}"/>
              </a:ext>
            </a:extLst>
          </p:cNvPr>
          <p:cNvSpPr txBox="1"/>
          <p:nvPr/>
        </p:nvSpPr>
        <p:spPr>
          <a:xfrm>
            <a:off x="2392424" y="5147187"/>
            <a:ext cx="135031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HSE GOOD PRACTICES &amp; INITIATIVES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0D22F5-0BAD-FF2A-5EDA-1C36EC7FFC97}"/>
              </a:ext>
            </a:extLst>
          </p:cNvPr>
          <p:cNvSpPr txBox="1"/>
          <p:nvPr/>
        </p:nvSpPr>
        <p:spPr>
          <a:xfrm>
            <a:off x="4336144" y="7277656"/>
            <a:ext cx="96157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5592"/>
                </a:solidFill>
                <a:latin typeface="Arial Black" panose="020B0A04020102020204" pitchFamily="34" charset="0"/>
              </a:rPr>
              <a:t>A Portfolio of Safety Culture and Compliance</a:t>
            </a:r>
            <a:endParaRPr lang="en-IN" sz="3000" dirty="0">
              <a:solidFill>
                <a:srgbClr val="005592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209B97-9B28-20EE-BA1D-357198AF492F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835C31E6-1886-287F-7EC7-BADDEB0D9DC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20" name="object 4">
                <a:extLst>
                  <a:ext uri="{FF2B5EF4-FFF2-40B4-BE49-F238E27FC236}">
                    <a16:creationId xmlns:a16="http://schemas.microsoft.com/office/drawing/2014/main" id="{AAB8F1A2-6549-15C2-EEF7-AFC32E425551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21" name="object 5">
                <a:extLst>
                  <a:ext uri="{FF2B5EF4-FFF2-40B4-BE49-F238E27FC236}">
                    <a16:creationId xmlns:a16="http://schemas.microsoft.com/office/drawing/2014/main" id="{79C626CD-EE45-CED4-377A-AB7AA807E133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22" name="object 6">
                <a:extLst>
                  <a:ext uri="{FF2B5EF4-FFF2-40B4-BE49-F238E27FC236}">
                    <a16:creationId xmlns:a16="http://schemas.microsoft.com/office/drawing/2014/main" id="{B609BCD6-EE28-9557-FDAD-A596D6C08B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85BA761B-4F77-CD4D-B5BA-502CCF2505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8">
                <a:extLst>
                  <a:ext uri="{FF2B5EF4-FFF2-40B4-BE49-F238E27FC236}">
                    <a16:creationId xmlns:a16="http://schemas.microsoft.com/office/drawing/2014/main" id="{816DC74E-6A65-0F6B-005B-F00F1AE24D55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25" name="object 9">
                <a:extLst>
                  <a:ext uri="{FF2B5EF4-FFF2-40B4-BE49-F238E27FC236}">
                    <a16:creationId xmlns:a16="http://schemas.microsoft.com/office/drawing/2014/main" id="{5E37E7A0-F9D4-F3FE-819C-869DCC122B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10">
                <a:extLst>
                  <a:ext uri="{FF2B5EF4-FFF2-40B4-BE49-F238E27FC236}">
                    <a16:creationId xmlns:a16="http://schemas.microsoft.com/office/drawing/2014/main" id="{D28AEE8C-6288-CAE7-B612-157CDA1F73F8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C9507571-CFF5-5A69-035F-C34D61F2E4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2">
                <a:extLst>
                  <a:ext uri="{FF2B5EF4-FFF2-40B4-BE49-F238E27FC236}">
                    <a16:creationId xmlns:a16="http://schemas.microsoft.com/office/drawing/2014/main" id="{DCB92A7F-8E04-4150-6AE6-DDBAF1C214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9" name="object 13">
                <a:extLst>
                  <a:ext uri="{FF2B5EF4-FFF2-40B4-BE49-F238E27FC236}">
                    <a16:creationId xmlns:a16="http://schemas.microsoft.com/office/drawing/2014/main" id="{48775B61-1B76-BA54-852D-D436E6E8D650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30" name="object 14">
                <a:extLst>
                  <a:ext uri="{FF2B5EF4-FFF2-40B4-BE49-F238E27FC236}">
                    <a16:creationId xmlns:a16="http://schemas.microsoft.com/office/drawing/2014/main" id="{B128683F-369E-6BB0-F5A8-F3DC5473DF64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7" name="object 15">
              <a:extLst>
                <a:ext uri="{FF2B5EF4-FFF2-40B4-BE49-F238E27FC236}">
                  <a16:creationId xmlns:a16="http://schemas.microsoft.com/office/drawing/2014/main" id="{9F683DEC-47EB-FBC9-2DA3-D8C4D9E05EEA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8" name="object 16">
              <a:extLst>
                <a:ext uri="{FF2B5EF4-FFF2-40B4-BE49-F238E27FC236}">
                  <a16:creationId xmlns:a16="http://schemas.microsoft.com/office/drawing/2014/main" id="{FE527DAE-FC6E-79EC-C067-87385EB5D081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9" name="object 17">
              <a:extLst>
                <a:ext uri="{FF2B5EF4-FFF2-40B4-BE49-F238E27FC236}">
                  <a16:creationId xmlns:a16="http://schemas.microsoft.com/office/drawing/2014/main" id="{C069FC83-5057-90ED-7E11-7ED169C1670D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10" name="object 18">
              <a:extLst>
                <a:ext uri="{FF2B5EF4-FFF2-40B4-BE49-F238E27FC236}">
                  <a16:creationId xmlns:a16="http://schemas.microsoft.com/office/drawing/2014/main" id="{64C34D59-B224-16EA-D173-C03C1B10CE2A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71601F52-64C6-B23D-CB17-765489F60A7A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12" name="object 20">
              <a:extLst>
                <a:ext uri="{FF2B5EF4-FFF2-40B4-BE49-F238E27FC236}">
                  <a16:creationId xmlns:a16="http://schemas.microsoft.com/office/drawing/2014/main" id="{2069B219-217A-9EFA-7106-96F5D2FF2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13" name="object 21">
                <a:extLst>
                  <a:ext uri="{FF2B5EF4-FFF2-40B4-BE49-F238E27FC236}">
                    <a16:creationId xmlns:a16="http://schemas.microsoft.com/office/drawing/2014/main" id="{1659D618-6481-0BA0-B6AA-710B2006D1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2">
                <a:extLst>
                  <a:ext uri="{FF2B5EF4-FFF2-40B4-BE49-F238E27FC236}">
                    <a16:creationId xmlns:a16="http://schemas.microsoft.com/office/drawing/2014/main" id="{41B2ADDC-116E-E6F3-061B-00C3D0DDBD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23">
                <a:extLst>
                  <a:ext uri="{FF2B5EF4-FFF2-40B4-BE49-F238E27FC236}">
                    <a16:creationId xmlns:a16="http://schemas.microsoft.com/office/drawing/2014/main" id="{FCF6341F-56A2-76F4-1705-8B83347B76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4">
                <a:extLst>
                  <a:ext uri="{FF2B5EF4-FFF2-40B4-BE49-F238E27FC236}">
                    <a16:creationId xmlns:a16="http://schemas.microsoft.com/office/drawing/2014/main" id="{F3D2D25B-2CD8-6BBE-D6A9-B63A546DB8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25">
                <a:extLst>
                  <a:ext uri="{FF2B5EF4-FFF2-40B4-BE49-F238E27FC236}">
                    <a16:creationId xmlns:a16="http://schemas.microsoft.com/office/drawing/2014/main" id="{7933C511-866F-0E5B-DB38-D147986D81AA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48640175-69FA-3CD7-6530-5567C1EBF7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27">
                <a:extLst>
                  <a:ext uri="{FF2B5EF4-FFF2-40B4-BE49-F238E27FC236}">
                    <a16:creationId xmlns:a16="http://schemas.microsoft.com/office/drawing/2014/main" id="{B3B97946-BA78-EBE6-CF27-1CFA6AF83AD8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01359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BCB345-A080-916B-F1B6-84BB76E5DF82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AFF8A29C-A08D-0836-E836-A342227C399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17" name="object 4">
                <a:extLst>
                  <a:ext uri="{FF2B5EF4-FFF2-40B4-BE49-F238E27FC236}">
                    <a16:creationId xmlns:a16="http://schemas.microsoft.com/office/drawing/2014/main" id="{D3CEAAF9-CCBC-1C2F-6380-4F37327756DD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18" name="object 5">
                <a:extLst>
                  <a:ext uri="{FF2B5EF4-FFF2-40B4-BE49-F238E27FC236}">
                    <a16:creationId xmlns:a16="http://schemas.microsoft.com/office/drawing/2014/main" id="{93E28483-554C-4805-90A8-82EFC4D2C36A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19" name="object 6">
                <a:extLst>
                  <a:ext uri="{FF2B5EF4-FFF2-40B4-BE49-F238E27FC236}">
                    <a16:creationId xmlns:a16="http://schemas.microsoft.com/office/drawing/2014/main" id="{BF794122-2CF8-5ACC-D02D-BC9C9E8C74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7">
                <a:extLst>
                  <a:ext uri="{FF2B5EF4-FFF2-40B4-BE49-F238E27FC236}">
                    <a16:creationId xmlns:a16="http://schemas.microsoft.com/office/drawing/2014/main" id="{E81799D8-E006-8014-2696-50ADAB20C0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" name="object 8">
                <a:extLst>
                  <a:ext uri="{FF2B5EF4-FFF2-40B4-BE49-F238E27FC236}">
                    <a16:creationId xmlns:a16="http://schemas.microsoft.com/office/drawing/2014/main" id="{DFE15E4A-2637-BC1D-E195-03B9C774A9B6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22" name="object 9">
                <a:extLst>
                  <a:ext uri="{FF2B5EF4-FFF2-40B4-BE49-F238E27FC236}">
                    <a16:creationId xmlns:a16="http://schemas.microsoft.com/office/drawing/2014/main" id="{4C7094F9-7580-D6EA-59C2-BCECBF3FAE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3" name="object 10">
                <a:extLst>
                  <a:ext uri="{FF2B5EF4-FFF2-40B4-BE49-F238E27FC236}">
                    <a16:creationId xmlns:a16="http://schemas.microsoft.com/office/drawing/2014/main" id="{EA4B09A3-202C-001E-7262-4A2F9ADE0ECD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24" name="object 11">
                <a:extLst>
                  <a:ext uri="{FF2B5EF4-FFF2-40B4-BE49-F238E27FC236}">
                    <a16:creationId xmlns:a16="http://schemas.microsoft.com/office/drawing/2014/main" id="{2865275B-4367-BEBB-0C6A-862F3CFDB9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12">
                <a:extLst>
                  <a:ext uri="{FF2B5EF4-FFF2-40B4-BE49-F238E27FC236}">
                    <a16:creationId xmlns:a16="http://schemas.microsoft.com/office/drawing/2014/main" id="{308C35E4-95E9-E54C-A6AB-BEC307C44A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13">
                <a:extLst>
                  <a:ext uri="{FF2B5EF4-FFF2-40B4-BE49-F238E27FC236}">
                    <a16:creationId xmlns:a16="http://schemas.microsoft.com/office/drawing/2014/main" id="{6F0FCFF2-F89F-0637-7C21-06A07D9DF48F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27" name="object 14">
                <a:extLst>
                  <a:ext uri="{FF2B5EF4-FFF2-40B4-BE49-F238E27FC236}">
                    <a16:creationId xmlns:a16="http://schemas.microsoft.com/office/drawing/2014/main" id="{69A5A7B6-80CE-C49E-4A6F-EA9FECC46E0B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4" name="object 15">
              <a:extLst>
                <a:ext uri="{FF2B5EF4-FFF2-40B4-BE49-F238E27FC236}">
                  <a16:creationId xmlns:a16="http://schemas.microsoft.com/office/drawing/2014/main" id="{0125099B-62F5-8376-E1D9-F9C74ADD7957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5" name="object 16">
              <a:extLst>
                <a:ext uri="{FF2B5EF4-FFF2-40B4-BE49-F238E27FC236}">
                  <a16:creationId xmlns:a16="http://schemas.microsoft.com/office/drawing/2014/main" id="{5B058FF7-B540-CDE2-166B-68CB57BBBBAC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6" name="object 17">
              <a:extLst>
                <a:ext uri="{FF2B5EF4-FFF2-40B4-BE49-F238E27FC236}">
                  <a16:creationId xmlns:a16="http://schemas.microsoft.com/office/drawing/2014/main" id="{951F91EB-C92C-9B53-336B-DB575124B92C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7" name="object 18">
              <a:extLst>
                <a:ext uri="{FF2B5EF4-FFF2-40B4-BE49-F238E27FC236}">
                  <a16:creationId xmlns:a16="http://schemas.microsoft.com/office/drawing/2014/main" id="{9BEEAD86-AC71-7D8B-9DA9-F2DCE5506F06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8" name="object 19">
              <a:extLst>
                <a:ext uri="{FF2B5EF4-FFF2-40B4-BE49-F238E27FC236}">
                  <a16:creationId xmlns:a16="http://schemas.microsoft.com/office/drawing/2014/main" id="{07DD96F5-3726-7AC1-E7ED-538825EFDC23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9" name="object 20">
              <a:extLst>
                <a:ext uri="{FF2B5EF4-FFF2-40B4-BE49-F238E27FC236}">
                  <a16:creationId xmlns:a16="http://schemas.microsoft.com/office/drawing/2014/main" id="{9F1DAFAC-A29B-8CD7-5CF7-0237F5DB86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10" name="object 21">
                <a:extLst>
                  <a:ext uri="{FF2B5EF4-FFF2-40B4-BE49-F238E27FC236}">
                    <a16:creationId xmlns:a16="http://schemas.microsoft.com/office/drawing/2014/main" id="{95958C23-B9D4-0B9C-A5D0-C58165ADE6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5BD5DD5B-CC6C-701E-24CF-C5236CFE5C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23">
                <a:extLst>
                  <a:ext uri="{FF2B5EF4-FFF2-40B4-BE49-F238E27FC236}">
                    <a16:creationId xmlns:a16="http://schemas.microsoft.com/office/drawing/2014/main" id="{0EF16447-C2C4-B563-AB3F-2D11180C70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24">
                <a:extLst>
                  <a:ext uri="{FF2B5EF4-FFF2-40B4-BE49-F238E27FC236}">
                    <a16:creationId xmlns:a16="http://schemas.microsoft.com/office/drawing/2014/main" id="{F2CD1808-E741-E7FC-AD00-CB7E3DAAB5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" name="object 25">
                <a:extLst>
                  <a:ext uri="{FF2B5EF4-FFF2-40B4-BE49-F238E27FC236}">
                    <a16:creationId xmlns:a16="http://schemas.microsoft.com/office/drawing/2014/main" id="{0D17CE36-D0BF-D10E-9453-9754F137216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15" name="object 26">
                <a:extLst>
                  <a:ext uri="{FF2B5EF4-FFF2-40B4-BE49-F238E27FC236}">
                    <a16:creationId xmlns:a16="http://schemas.microsoft.com/office/drawing/2014/main" id="{EA768BB0-8ABB-15CD-DFD8-C6834A0640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" name="object 27">
                <a:extLst>
                  <a:ext uri="{FF2B5EF4-FFF2-40B4-BE49-F238E27FC236}">
                    <a16:creationId xmlns:a16="http://schemas.microsoft.com/office/drawing/2014/main" id="{8472C9FB-E4D4-1B6F-129C-DBE6B9E06BFD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8068446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t="-3000" r="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D42BA0-B293-B311-3ECB-4372C375C7C7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3B8AC016-FAF6-D631-1BBC-8EF59AFC40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17" name="object 4">
                <a:extLst>
                  <a:ext uri="{FF2B5EF4-FFF2-40B4-BE49-F238E27FC236}">
                    <a16:creationId xmlns:a16="http://schemas.microsoft.com/office/drawing/2014/main" id="{E9522286-79C7-1EA9-E9F8-A511B70ABEF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18" name="object 5">
                <a:extLst>
                  <a:ext uri="{FF2B5EF4-FFF2-40B4-BE49-F238E27FC236}">
                    <a16:creationId xmlns:a16="http://schemas.microsoft.com/office/drawing/2014/main" id="{5ADD17B3-B848-F0D1-49EE-54A650DD3499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19" name="object 6">
                <a:extLst>
                  <a:ext uri="{FF2B5EF4-FFF2-40B4-BE49-F238E27FC236}">
                    <a16:creationId xmlns:a16="http://schemas.microsoft.com/office/drawing/2014/main" id="{FA8A59F4-8F1E-7C2D-9F5E-129DB82615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7">
                <a:extLst>
                  <a:ext uri="{FF2B5EF4-FFF2-40B4-BE49-F238E27FC236}">
                    <a16:creationId xmlns:a16="http://schemas.microsoft.com/office/drawing/2014/main" id="{4D982F6D-6977-978F-BF07-FDA9380EA0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" name="object 8">
                <a:extLst>
                  <a:ext uri="{FF2B5EF4-FFF2-40B4-BE49-F238E27FC236}">
                    <a16:creationId xmlns:a16="http://schemas.microsoft.com/office/drawing/2014/main" id="{EDE5C7E9-556C-151B-A314-3F2097050E42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22" name="object 9">
                <a:extLst>
                  <a:ext uri="{FF2B5EF4-FFF2-40B4-BE49-F238E27FC236}">
                    <a16:creationId xmlns:a16="http://schemas.microsoft.com/office/drawing/2014/main" id="{EF1E9B59-8FF7-D771-6E02-6998C2F850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3" name="object 10">
                <a:extLst>
                  <a:ext uri="{FF2B5EF4-FFF2-40B4-BE49-F238E27FC236}">
                    <a16:creationId xmlns:a16="http://schemas.microsoft.com/office/drawing/2014/main" id="{66AEEA57-0892-0164-EB53-B85F4F296B65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24" name="object 11">
                <a:extLst>
                  <a:ext uri="{FF2B5EF4-FFF2-40B4-BE49-F238E27FC236}">
                    <a16:creationId xmlns:a16="http://schemas.microsoft.com/office/drawing/2014/main" id="{12F83F15-E6DD-C718-C9A6-333B2F6472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12">
                <a:extLst>
                  <a:ext uri="{FF2B5EF4-FFF2-40B4-BE49-F238E27FC236}">
                    <a16:creationId xmlns:a16="http://schemas.microsoft.com/office/drawing/2014/main" id="{9BB72564-2A69-5DB5-753A-B02355010E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13">
                <a:extLst>
                  <a:ext uri="{FF2B5EF4-FFF2-40B4-BE49-F238E27FC236}">
                    <a16:creationId xmlns:a16="http://schemas.microsoft.com/office/drawing/2014/main" id="{51022C89-4C82-E4F7-F433-617997B7644B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27" name="object 14">
                <a:extLst>
                  <a:ext uri="{FF2B5EF4-FFF2-40B4-BE49-F238E27FC236}">
                    <a16:creationId xmlns:a16="http://schemas.microsoft.com/office/drawing/2014/main" id="{4F885D2C-1780-4D7E-1B1B-ECF593977F98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4" name="object 15">
              <a:extLst>
                <a:ext uri="{FF2B5EF4-FFF2-40B4-BE49-F238E27FC236}">
                  <a16:creationId xmlns:a16="http://schemas.microsoft.com/office/drawing/2014/main" id="{22DA95F8-0AD9-2F5C-8105-C75325D7E16F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5" name="object 16">
              <a:extLst>
                <a:ext uri="{FF2B5EF4-FFF2-40B4-BE49-F238E27FC236}">
                  <a16:creationId xmlns:a16="http://schemas.microsoft.com/office/drawing/2014/main" id="{4F9517CE-81B3-CAFF-41D6-4948E774F433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6" name="object 17">
              <a:extLst>
                <a:ext uri="{FF2B5EF4-FFF2-40B4-BE49-F238E27FC236}">
                  <a16:creationId xmlns:a16="http://schemas.microsoft.com/office/drawing/2014/main" id="{430FFC14-99F3-E011-769D-9773D85DC92C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7" name="object 18">
              <a:extLst>
                <a:ext uri="{FF2B5EF4-FFF2-40B4-BE49-F238E27FC236}">
                  <a16:creationId xmlns:a16="http://schemas.microsoft.com/office/drawing/2014/main" id="{F6E35C18-60A1-E77F-11F2-EB04074D892B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8" name="object 19">
              <a:extLst>
                <a:ext uri="{FF2B5EF4-FFF2-40B4-BE49-F238E27FC236}">
                  <a16:creationId xmlns:a16="http://schemas.microsoft.com/office/drawing/2014/main" id="{BF0C384E-B6EB-C8FE-C295-FF9030404FAC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9" name="object 20">
              <a:extLst>
                <a:ext uri="{FF2B5EF4-FFF2-40B4-BE49-F238E27FC236}">
                  <a16:creationId xmlns:a16="http://schemas.microsoft.com/office/drawing/2014/main" id="{91D10F2A-CE11-870A-E21D-44E6511766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10" name="object 21">
                <a:extLst>
                  <a:ext uri="{FF2B5EF4-FFF2-40B4-BE49-F238E27FC236}">
                    <a16:creationId xmlns:a16="http://schemas.microsoft.com/office/drawing/2014/main" id="{2C75FA4C-D613-3ED7-A0D2-AE9BD2F0AD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296CE938-E9C7-3976-83F0-7617B2AC78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23">
                <a:extLst>
                  <a:ext uri="{FF2B5EF4-FFF2-40B4-BE49-F238E27FC236}">
                    <a16:creationId xmlns:a16="http://schemas.microsoft.com/office/drawing/2014/main" id="{CD531340-8A0E-797D-071F-88DC8D0D94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24">
                <a:extLst>
                  <a:ext uri="{FF2B5EF4-FFF2-40B4-BE49-F238E27FC236}">
                    <a16:creationId xmlns:a16="http://schemas.microsoft.com/office/drawing/2014/main" id="{0881701A-E09B-C57C-C0FE-E0C1148D86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" name="object 25">
                <a:extLst>
                  <a:ext uri="{FF2B5EF4-FFF2-40B4-BE49-F238E27FC236}">
                    <a16:creationId xmlns:a16="http://schemas.microsoft.com/office/drawing/2014/main" id="{B1353ACA-A507-3C35-690C-E95390C38DBF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15" name="object 26">
                <a:extLst>
                  <a:ext uri="{FF2B5EF4-FFF2-40B4-BE49-F238E27FC236}">
                    <a16:creationId xmlns:a16="http://schemas.microsoft.com/office/drawing/2014/main" id="{6EA23CF7-4D0A-3091-FE84-3B76BD5168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" name="object 27">
                <a:extLst>
                  <a:ext uri="{FF2B5EF4-FFF2-40B4-BE49-F238E27FC236}">
                    <a16:creationId xmlns:a16="http://schemas.microsoft.com/office/drawing/2014/main" id="{883BA545-882B-0EF0-7FEE-DCB7AC730A6E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3869485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6FE186-96E0-3B14-A84E-E40DC6C69130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35390BE4-CBFC-8C12-613C-42999D8BA06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43" name="object 4">
                <a:extLst>
                  <a:ext uri="{FF2B5EF4-FFF2-40B4-BE49-F238E27FC236}">
                    <a16:creationId xmlns:a16="http://schemas.microsoft.com/office/drawing/2014/main" id="{51294898-325E-A902-82A8-0AFC1454CD9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44" name="object 5">
                <a:extLst>
                  <a:ext uri="{FF2B5EF4-FFF2-40B4-BE49-F238E27FC236}">
                    <a16:creationId xmlns:a16="http://schemas.microsoft.com/office/drawing/2014/main" id="{601F07EB-6779-694A-C55A-59B77C1CFB71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45" name="object 6">
                <a:extLst>
                  <a:ext uri="{FF2B5EF4-FFF2-40B4-BE49-F238E27FC236}">
                    <a16:creationId xmlns:a16="http://schemas.microsoft.com/office/drawing/2014/main" id="{17FD564E-3574-29F3-EB7E-B854FD7E98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7">
                <a:extLst>
                  <a:ext uri="{FF2B5EF4-FFF2-40B4-BE49-F238E27FC236}">
                    <a16:creationId xmlns:a16="http://schemas.microsoft.com/office/drawing/2014/main" id="{3D276A6F-0428-EF30-3593-ED1D7E3BF4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8">
                <a:extLst>
                  <a:ext uri="{FF2B5EF4-FFF2-40B4-BE49-F238E27FC236}">
                    <a16:creationId xmlns:a16="http://schemas.microsoft.com/office/drawing/2014/main" id="{27EE9BA2-D2EA-C0BB-CA37-1AC1DA7449B9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48" name="object 9">
                <a:extLst>
                  <a:ext uri="{FF2B5EF4-FFF2-40B4-BE49-F238E27FC236}">
                    <a16:creationId xmlns:a16="http://schemas.microsoft.com/office/drawing/2014/main" id="{56BA3E6A-ADAE-F04B-B352-8320709B00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9" name="object 10">
                <a:extLst>
                  <a:ext uri="{FF2B5EF4-FFF2-40B4-BE49-F238E27FC236}">
                    <a16:creationId xmlns:a16="http://schemas.microsoft.com/office/drawing/2014/main" id="{4F5225CB-AF14-E33B-B145-0A9B6A195791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50" name="object 11">
                <a:extLst>
                  <a:ext uri="{FF2B5EF4-FFF2-40B4-BE49-F238E27FC236}">
                    <a16:creationId xmlns:a16="http://schemas.microsoft.com/office/drawing/2014/main" id="{4BD1ECBC-F3C3-9DC5-4D8E-ED1F1D6236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2">
                <a:extLst>
                  <a:ext uri="{FF2B5EF4-FFF2-40B4-BE49-F238E27FC236}">
                    <a16:creationId xmlns:a16="http://schemas.microsoft.com/office/drawing/2014/main" id="{7E8C2C03-4D42-38CD-508E-4FEBA0B10A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2" name="object 13">
                <a:extLst>
                  <a:ext uri="{FF2B5EF4-FFF2-40B4-BE49-F238E27FC236}">
                    <a16:creationId xmlns:a16="http://schemas.microsoft.com/office/drawing/2014/main" id="{5A82A918-E25D-E20A-72EE-506058C91AC4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53" name="object 14">
                <a:extLst>
                  <a:ext uri="{FF2B5EF4-FFF2-40B4-BE49-F238E27FC236}">
                    <a16:creationId xmlns:a16="http://schemas.microsoft.com/office/drawing/2014/main" id="{E7580285-72A8-8FF8-39D8-1B28641E1D75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4" name="object 15">
              <a:extLst>
                <a:ext uri="{FF2B5EF4-FFF2-40B4-BE49-F238E27FC236}">
                  <a16:creationId xmlns:a16="http://schemas.microsoft.com/office/drawing/2014/main" id="{DE7E51DC-2BC1-1904-A0CF-9FCD36E44083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1" name="object 16">
              <a:extLst>
                <a:ext uri="{FF2B5EF4-FFF2-40B4-BE49-F238E27FC236}">
                  <a16:creationId xmlns:a16="http://schemas.microsoft.com/office/drawing/2014/main" id="{15981FE9-BD08-A924-53EF-306EEAF617FD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2" name="object 17">
              <a:extLst>
                <a:ext uri="{FF2B5EF4-FFF2-40B4-BE49-F238E27FC236}">
                  <a16:creationId xmlns:a16="http://schemas.microsoft.com/office/drawing/2014/main" id="{5E36869C-F867-968A-96ED-D2CBA9F843D5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3" name="object 18">
              <a:extLst>
                <a:ext uri="{FF2B5EF4-FFF2-40B4-BE49-F238E27FC236}">
                  <a16:creationId xmlns:a16="http://schemas.microsoft.com/office/drawing/2014/main" id="{B3B75282-C283-71E6-FCD6-D030E37C84FD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4" name="object 19">
              <a:extLst>
                <a:ext uri="{FF2B5EF4-FFF2-40B4-BE49-F238E27FC236}">
                  <a16:creationId xmlns:a16="http://schemas.microsoft.com/office/drawing/2014/main" id="{6E25B7FA-7555-0F31-F41E-8CB3E9FD7E23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5" name="object 20">
              <a:extLst>
                <a:ext uri="{FF2B5EF4-FFF2-40B4-BE49-F238E27FC236}">
                  <a16:creationId xmlns:a16="http://schemas.microsoft.com/office/drawing/2014/main" id="{4C45BF01-8D59-188A-DCAB-04B24FC1623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36" name="object 21">
                <a:extLst>
                  <a:ext uri="{FF2B5EF4-FFF2-40B4-BE49-F238E27FC236}">
                    <a16:creationId xmlns:a16="http://schemas.microsoft.com/office/drawing/2014/main" id="{C748EE8E-4EFD-D05F-9A30-96F0F4C26D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2">
                <a:extLst>
                  <a:ext uri="{FF2B5EF4-FFF2-40B4-BE49-F238E27FC236}">
                    <a16:creationId xmlns:a16="http://schemas.microsoft.com/office/drawing/2014/main" id="{B5A861B9-3DBF-ECEB-B063-CAF5023574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3">
                <a:extLst>
                  <a:ext uri="{FF2B5EF4-FFF2-40B4-BE49-F238E27FC236}">
                    <a16:creationId xmlns:a16="http://schemas.microsoft.com/office/drawing/2014/main" id="{AF22FBDD-2BDD-84F3-8CC0-FFAC63A1DF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4">
                <a:extLst>
                  <a:ext uri="{FF2B5EF4-FFF2-40B4-BE49-F238E27FC236}">
                    <a16:creationId xmlns:a16="http://schemas.microsoft.com/office/drawing/2014/main" id="{CC5DB264-655A-1699-BA0C-46ADDA86F6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0" name="object 25">
                <a:extLst>
                  <a:ext uri="{FF2B5EF4-FFF2-40B4-BE49-F238E27FC236}">
                    <a16:creationId xmlns:a16="http://schemas.microsoft.com/office/drawing/2014/main" id="{344606BE-1ACB-6DFE-F557-5C263C7195DD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41" name="object 26">
                <a:extLst>
                  <a:ext uri="{FF2B5EF4-FFF2-40B4-BE49-F238E27FC236}">
                    <a16:creationId xmlns:a16="http://schemas.microsoft.com/office/drawing/2014/main" id="{C90C223C-9445-384A-B376-77BFA0A453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2" name="object 27">
                <a:extLst>
                  <a:ext uri="{FF2B5EF4-FFF2-40B4-BE49-F238E27FC236}">
                    <a16:creationId xmlns:a16="http://schemas.microsoft.com/office/drawing/2014/main" id="{D2F02E7B-2F57-9A88-37EC-B73C485272C4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3309618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764266-7765-4641-DD28-FA11750F577C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4EF774D4-C6B0-ACB5-C01D-7821D5BA7BD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43" name="object 4">
                <a:extLst>
                  <a:ext uri="{FF2B5EF4-FFF2-40B4-BE49-F238E27FC236}">
                    <a16:creationId xmlns:a16="http://schemas.microsoft.com/office/drawing/2014/main" id="{BFA0A627-A832-E88C-5B97-46A01A4ED9C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44" name="object 5">
                <a:extLst>
                  <a:ext uri="{FF2B5EF4-FFF2-40B4-BE49-F238E27FC236}">
                    <a16:creationId xmlns:a16="http://schemas.microsoft.com/office/drawing/2014/main" id="{89B021A4-3C5A-CA89-00E3-E06E93F7E029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45" name="object 6">
                <a:extLst>
                  <a:ext uri="{FF2B5EF4-FFF2-40B4-BE49-F238E27FC236}">
                    <a16:creationId xmlns:a16="http://schemas.microsoft.com/office/drawing/2014/main" id="{3BC4E8D9-31E0-2DBA-3240-5C989571E4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7">
                <a:extLst>
                  <a:ext uri="{FF2B5EF4-FFF2-40B4-BE49-F238E27FC236}">
                    <a16:creationId xmlns:a16="http://schemas.microsoft.com/office/drawing/2014/main" id="{51E5A1AA-DA3C-E25B-9161-CDCE3F082D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8">
                <a:extLst>
                  <a:ext uri="{FF2B5EF4-FFF2-40B4-BE49-F238E27FC236}">
                    <a16:creationId xmlns:a16="http://schemas.microsoft.com/office/drawing/2014/main" id="{698A6D8C-B324-AC90-82E0-06FAE18F8268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48" name="object 9">
                <a:extLst>
                  <a:ext uri="{FF2B5EF4-FFF2-40B4-BE49-F238E27FC236}">
                    <a16:creationId xmlns:a16="http://schemas.microsoft.com/office/drawing/2014/main" id="{7962826D-5CA0-1662-1BFC-E1E89670D7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9" name="object 10">
                <a:extLst>
                  <a:ext uri="{FF2B5EF4-FFF2-40B4-BE49-F238E27FC236}">
                    <a16:creationId xmlns:a16="http://schemas.microsoft.com/office/drawing/2014/main" id="{1AEE4177-98FE-7909-9615-DA2B8594B599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50" name="object 11">
                <a:extLst>
                  <a:ext uri="{FF2B5EF4-FFF2-40B4-BE49-F238E27FC236}">
                    <a16:creationId xmlns:a16="http://schemas.microsoft.com/office/drawing/2014/main" id="{E38256E8-D443-9110-46B4-7EA61A3524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2">
                <a:extLst>
                  <a:ext uri="{FF2B5EF4-FFF2-40B4-BE49-F238E27FC236}">
                    <a16:creationId xmlns:a16="http://schemas.microsoft.com/office/drawing/2014/main" id="{4C50499E-3C1C-9BD3-E66B-011441BB9A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2" name="object 13">
                <a:extLst>
                  <a:ext uri="{FF2B5EF4-FFF2-40B4-BE49-F238E27FC236}">
                    <a16:creationId xmlns:a16="http://schemas.microsoft.com/office/drawing/2014/main" id="{76923D55-F647-798C-A299-F02CFFBC52F8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53" name="object 14">
                <a:extLst>
                  <a:ext uri="{FF2B5EF4-FFF2-40B4-BE49-F238E27FC236}">
                    <a16:creationId xmlns:a16="http://schemas.microsoft.com/office/drawing/2014/main" id="{5B39CCE7-F69A-7729-0562-C71AB338C02F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4" name="object 15">
              <a:extLst>
                <a:ext uri="{FF2B5EF4-FFF2-40B4-BE49-F238E27FC236}">
                  <a16:creationId xmlns:a16="http://schemas.microsoft.com/office/drawing/2014/main" id="{54DE54C8-98FC-FBDC-CF27-873F0AF21275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1" name="object 16">
              <a:extLst>
                <a:ext uri="{FF2B5EF4-FFF2-40B4-BE49-F238E27FC236}">
                  <a16:creationId xmlns:a16="http://schemas.microsoft.com/office/drawing/2014/main" id="{F5785655-3074-731C-8416-9CB2DA06E73D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2" name="object 17">
              <a:extLst>
                <a:ext uri="{FF2B5EF4-FFF2-40B4-BE49-F238E27FC236}">
                  <a16:creationId xmlns:a16="http://schemas.microsoft.com/office/drawing/2014/main" id="{F76B98A6-9D9D-D949-D507-9546D4EFC0B1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3" name="object 18">
              <a:extLst>
                <a:ext uri="{FF2B5EF4-FFF2-40B4-BE49-F238E27FC236}">
                  <a16:creationId xmlns:a16="http://schemas.microsoft.com/office/drawing/2014/main" id="{4CE40BEF-561D-7D0B-2227-66D8B8B44CFF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4" name="object 19">
              <a:extLst>
                <a:ext uri="{FF2B5EF4-FFF2-40B4-BE49-F238E27FC236}">
                  <a16:creationId xmlns:a16="http://schemas.microsoft.com/office/drawing/2014/main" id="{A6AA7B1A-9C28-22C9-9898-E6625AC87309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5" name="object 20">
              <a:extLst>
                <a:ext uri="{FF2B5EF4-FFF2-40B4-BE49-F238E27FC236}">
                  <a16:creationId xmlns:a16="http://schemas.microsoft.com/office/drawing/2014/main" id="{D96C468B-A4E4-9E7A-93C1-AB846824CA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36" name="object 21">
                <a:extLst>
                  <a:ext uri="{FF2B5EF4-FFF2-40B4-BE49-F238E27FC236}">
                    <a16:creationId xmlns:a16="http://schemas.microsoft.com/office/drawing/2014/main" id="{6B669870-79AD-D828-2212-25C67E2D8A3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2">
                <a:extLst>
                  <a:ext uri="{FF2B5EF4-FFF2-40B4-BE49-F238E27FC236}">
                    <a16:creationId xmlns:a16="http://schemas.microsoft.com/office/drawing/2014/main" id="{61885E66-27E4-F75D-F0C7-8C62C6ADC5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3">
                <a:extLst>
                  <a:ext uri="{FF2B5EF4-FFF2-40B4-BE49-F238E27FC236}">
                    <a16:creationId xmlns:a16="http://schemas.microsoft.com/office/drawing/2014/main" id="{F3165120-30BE-C34B-A8CC-09DDE88391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4">
                <a:extLst>
                  <a:ext uri="{FF2B5EF4-FFF2-40B4-BE49-F238E27FC236}">
                    <a16:creationId xmlns:a16="http://schemas.microsoft.com/office/drawing/2014/main" id="{D5D40721-C014-680B-DEE9-0647B4BF86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0" name="object 25">
                <a:extLst>
                  <a:ext uri="{FF2B5EF4-FFF2-40B4-BE49-F238E27FC236}">
                    <a16:creationId xmlns:a16="http://schemas.microsoft.com/office/drawing/2014/main" id="{876054AA-4C28-E896-5578-2781EDE8E9F1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41" name="object 26">
                <a:extLst>
                  <a:ext uri="{FF2B5EF4-FFF2-40B4-BE49-F238E27FC236}">
                    <a16:creationId xmlns:a16="http://schemas.microsoft.com/office/drawing/2014/main" id="{7F4975BC-59C0-BA93-78CB-721DD1DD12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2" name="object 27">
                <a:extLst>
                  <a:ext uri="{FF2B5EF4-FFF2-40B4-BE49-F238E27FC236}">
                    <a16:creationId xmlns:a16="http://schemas.microsoft.com/office/drawing/2014/main" id="{5AD6F284-38E7-D8D7-5DB3-0F740123455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6408009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BFFE59F-7BFF-9AC9-732B-FCECBDD208F6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FDE86D59-D340-FD2B-7FA7-F457E05766F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43" name="object 4">
                <a:extLst>
                  <a:ext uri="{FF2B5EF4-FFF2-40B4-BE49-F238E27FC236}">
                    <a16:creationId xmlns:a16="http://schemas.microsoft.com/office/drawing/2014/main" id="{FB9A00BC-C9ED-E691-F54D-F9DB0D4E65A5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44" name="object 5">
                <a:extLst>
                  <a:ext uri="{FF2B5EF4-FFF2-40B4-BE49-F238E27FC236}">
                    <a16:creationId xmlns:a16="http://schemas.microsoft.com/office/drawing/2014/main" id="{239FDD19-0FFE-E116-B341-028C275AF5D4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45" name="object 6">
                <a:extLst>
                  <a:ext uri="{FF2B5EF4-FFF2-40B4-BE49-F238E27FC236}">
                    <a16:creationId xmlns:a16="http://schemas.microsoft.com/office/drawing/2014/main" id="{9969B346-4B49-5F54-96F1-33FB6AD9F3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7">
                <a:extLst>
                  <a:ext uri="{FF2B5EF4-FFF2-40B4-BE49-F238E27FC236}">
                    <a16:creationId xmlns:a16="http://schemas.microsoft.com/office/drawing/2014/main" id="{05F7D83F-DF95-94E3-4697-C4301E414A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8">
                <a:extLst>
                  <a:ext uri="{FF2B5EF4-FFF2-40B4-BE49-F238E27FC236}">
                    <a16:creationId xmlns:a16="http://schemas.microsoft.com/office/drawing/2014/main" id="{CB5CDD01-02AD-39F2-59DF-92B85ACD3AAD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48" name="object 9">
                <a:extLst>
                  <a:ext uri="{FF2B5EF4-FFF2-40B4-BE49-F238E27FC236}">
                    <a16:creationId xmlns:a16="http://schemas.microsoft.com/office/drawing/2014/main" id="{0E03E569-1BE6-DD23-DD23-2A9B913DBD1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9" name="object 10">
                <a:extLst>
                  <a:ext uri="{FF2B5EF4-FFF2-40B4-BE49-F238E27FC236}">
                    <a16:creationId xmlns:a16="http://schemas.microsoft.com/office/drawing/2014/main" id="{93C47D2B-F0E1-7381-3D49-EB9A63342623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50" name="object 11">
                <a:extLst>
                  <a:ext uri="{FF2B5EF4-FFF2-40B4-BE49-F238E27FC236}">
                    <a16:creationId xmlns:a16="http://schemas.microsoft.com/office/drawing/2014/main" id="{D6DA1807-AEAF-20AA-4B3F-1DE9CB8127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2">
                <a:extLst>
                  <a:ext uri="{FF2B5EF4-FFF2-40B4-BE49-F238E27FC236}">
                    <a16:creationId xmlns:a16="http://schemas.microsoft.com/office/drawing/2014/main" id="{03FE0D37-2675-7D52-1DDA-DA4D36179D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2" name="object 13">
                <a:extLst>
                  <a:ext uri="{FF2B5EF4-FFF2-40B4-BE49-F238E27FC236}">
                    <a16:creationId xmlns:a16="http://schemas.microsoft.com/office/drawing/2014/main" id="{3BC9D257-5695-7979-2F70-40CB8D101439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53" name="object 14">
                <a:extLst>
                  <a:ext uri="{FF2B5EF4-FFF2-40B4-BE49-F238E27FC236}">
                    <a16:creationId xmlns:a16="http://schemas.microsoft.com/office/drawing/2014/main" id="{C2972D7F-C9BA-725E-A918-CAFDFEB0B8F2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4" name="object 15">
              <a:extLst>
                <a:ext uri="{FF2B5EF4-FFF2-40B4-BE49-F238E27FC236}">
                  <a16:creationId xmlns:a16="http://schemas.microsoft.com/office/drawing/2014/main" id="{423EAA4F-53DC-74E5-A0E7-6F137D47E383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1" name="object 16">
              <a:extLst>
                <a:ext uri="{FF2B5EF4-FFF2-40B4-BE49-F238E27FC236}">
                  <a16:creationId xmlns:a16="http://schemas.microsoft.com/office/drawing/2014/main" id="{79C971C3-DE46-0E3A-A0DE-C77B95B7DD17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2" name="object 17">
              <a:extLst>
                <a:ext uri="{FF2B5EF4-FFF2-40B4-BE49-F238E27FC236}">
                  <a16:creationId xmlns:a16="http://schemas.microsoft.com/office/drawing/2014/main" id="{982F3144-E337-09B0-423A-1045B687BFCE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3" name="object 18">
              <a:extLst>
                <a:ext uri="{FF2B5EF4-FFF2-40B4-BE49-F238E27FC236}">
                  <a16:creationId xmlns:a16="http://schemas.microsoft.com/office/drawing/2014/main" id="{AEBF6C4A-3F04-F53E-4800-D6938C375B53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4" name="object 19">
              <a:extLst>
                <a:ext uri="{FF2B5EF4-FFF2-40B4-BE49-F238E27FC236}">
                  <a16:creationId xmlns:a16="http://schemas.microsoft.com/office/drawing/2014/main" id="{64F463E0-78F5-9E22-9DE2-6738EEAFC9E4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5" name="object 20">
              <a:extLst>
                <a:ext uri="{FF2B5EF4-FFF2-40B4-BE49-F238E27FC236}">
                  <a16:creationId xmlns:a16="http://schemas.microsoft.com/office/drawing/2014/main" id="{10E2413E-11F3-442A-60F6-37A638D2A72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36" name="object 21">
                <a:extLst>
                  <a:ext uri="{FF2B5EF4-FFF2-40B4-BE49-F238E27FC236}">
                    <a16:creationId xmlns:a16="http://schemas.microsoft.com/office/drawing/2014/main" id="{2781DD60-96F6-A417-FEF2-9BFF23E19E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2">
                <a:extLst>
                  <a:ext uri="{FF2B5EF4-FFF2-40B4-BE49-F238E27FC236}">
                    <a16:creationId xmlns:a16="http://schemas.microsoft.com/office/drawing/2014/main" id="{AECA54C5-E76B-CEE9-C687-0AA87896D9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3">
                <a:extLst>
                  <a:ext uri="{FF2B5EF4-FFF2-40B4-BE49-F238E27FC236}">
                    <a16:creationId xmlns:a16="http://schemas.microsoft.com/office/drawing/2014/main" id="{ABEA070B-0AD1-355B-3828-513051F889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4">
                <a:extLst>
                  <a:ext uri="{FF2B5EF4-FFF2-40B4-BE49-F238E27FC236}">
                    <a16:creationId xmlns:a16="http://schemas.microsoft.com/office/drawing/2014/main" id="{D287BEDC-DD7E-90C9-E634-B336B47714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0" name="object 25">
                <a:extLst>
                  <a:ext uri="{FF2B5EF4-FFF2-40B4-BE49-F238E27FC236}">
                    <a16:creationId xmlns:a16="http://schemas.microsoft.com/office/drawing/2014/main" id="{ACB36909-CA1C-A10E-0176-33E933719FFA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41" name="object 26">
                <a:extLst>
                  <a:ext uri="{FF2B5EF4-FFF2-40B4-BE49-F238E27FC236}">
                    <a16:creationId xmlns:a16="http://schemas.microsoft.com/office/drawing/2014/main" id="{0BA16EFB-7720-3133-3F88-566131D1E8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2" name="object 27">
                <a:extLst>
                  <a:ext uri="{FF2B5EF4-FFF2-40B4-BE49-F238E27FC236}">
                    <a16:creationId xmlns:a16="http://schemas.microsoft.com/office/drawing/2014/main" id="{F0F8A05A-2677-6FEC-37B9-CF0AFFF363B0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4180156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60A290-BADF-4578-ABE7-0D102EAFA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897" y="1062465"/>
            <a:ext cx="6382777" cy="909885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7358D9-3C92-7007-7AF5-7107C304069D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4" name="object 3">
              <a:extLst>
                <a:ext uri="{FF2B5EF4-FFF2-40B4-BE49-F238E27FC236}">
                  <a16:creationId xmlns:a16="http://schemas.microsoft.com/office/drawing/2014/main" id="{41525CDF-AAAE-9B8D-70B8-493904C50D43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44" name="object 4">
                <a:extLst>
                  <a:ext uri="{FF2B5EF4-FFF2-40B4-BE49-F238E27FC236}">
                    <a16:creationId xmlns:a16="http://schemas.microsoft.com/office/drawing/2014/main" id="{1206283A-3C15-1C0B-80DD-1ACFC29D1049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45" name="object 5">
                <a:extLst>
                  <a:ext uri="{FF2B5EF4-FFF2-40B4-BE49-F238E27FC236}">
                    <a16:creationId xmlns:a16="http://schemas.microsoft.com/office/drawing/2014/main" id="{F45213CB-A2D9-CC40-EE9B-595DC4FA15AD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46" name="object 6">
                <a:extLst>
                  <a:ext uri="{FF2B5EF4-FFF2-40B4-BE49-F238E27FC236}">
                    <a16:creationId xmlns:a16="http://schemas.microsoft.com/office/drawing/2014/main" id="{8013466D-D5B8-7E5E-AF21-B97F45096A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7">
                <a:extLst>
                  <a:ext uri="{FF2B5EF4-FFF2-40B4-BE49-F238E27FC236}">
                    <a16:creationId xmlns:a16="http://schemas.microsoft.com/office/drawing/2014/main" id="{1E3C2B6C-96C8-4321-5D2E-FD3C4FE3FB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8" name="object 8">
                <a:extLst>
                  <a:ext uri="{FF2B5EF4-FFF2-40B4-BE49-F238E27FC236}">
                    <a16:creationId xmlns:a16="http://schemas.microsoft.com/office/drawing/2014/main" id="{C68E8F92-D324-5B19-2B14-BC7ACB7C5CBD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49" name="object 9">
                <a:extLst>
                  <a:ext uri="{FF2B5EF4-FFF2-40B4-BE49-F238E27FC236}">
                    <a16:creationId xmlns:a16="http://schemas.microsoft.com/office/drawing/2014/main" id="{2FE24094-7EC7-E661-3461-AF844122C2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0" name="object 10">
                <a:extLst>
                  <a:ext uri="{FF2B5EF4-FFF2-40B4-BE49-F238E27FC236}">
                    <a16:creationId xmlns:a16="http://schemas.microsoft.com/office/drawing/2014/main" id="{14FEFE74-2E59-B6D0-1C79-F447D624EAD8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51" name="object 11">
                <a:extLst>
                  <a:ext uri="{FF2B5EF4-FFF2-40B4-BE49-F238E27FC236}">
                    <a16:creationId xmlns:a16="http://schemas.microsoft.com/office/drawing/2014/main" id="{7C8D27D8-7A74-492A-9178-B501D7D768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12">
                <a:extLst>
                  <a:ext uri="{FF2B5EF4-FFF2-40B4-BE49-F238E27FC236}">
                    <a16:creationId xmlns:a16="http://schemas.microsoft.com/office/drawing/2014/main" id="{48FE847C-B9B2-24C9-930D-43969FB7C3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3" name="object 13">
                <a:extLst>
                  <a:ext uri="{FF2B5EF4-FFF2-40B4-BE49-F238E27FC236}">
                    <a16:creationId xmlns:a16="http://schemas.microsoft.com/office/drawing/2014/main" id="{F0AD4094-84D3-A247-1E2A-DC9C4372C358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54" name="object 14">
                <a:extLst>
                  <a:ext uri="{FF2B5EF4-FFF2-40B4-BE49-F238E27FC236}">
                    <a16:creationId xmlns:a16="http://schemas.microsoft.com/office/drawing/2014/main" id="{EFF5E0F6-15DC-05B5-8098-A37657B590FA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31" name="object 15">
              <a:extLst>
                <a:ext uri="{FF2B5EF4-FFF2-40B4-BE49-F238E27FC236}">
                  <a16:creationId xmlns:a16="http://schemas.microsoft.com/office/drawing/2014/main" id="{E0E6F12C-8746-4236-AB4D-F0E69FEF8A55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2" name="object 16">
              <a:extLst>
                <a:ext uri="{FF2B5EF4-FFF2-40B4-BE49-F238E27FC236}">
                  <a16:creationId xmlns:a16="http://schemas.microsoft.com/office/drawing/2014/main" id="{F0DC52AE-40DD-308D-A89F-3B9B4780AB28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3" name="object 17">
              <a:extLst>
                <a:ext uri="{FF2B5EF4-FFF2-40B4-BE49-F238E27FC236}">
                  <a16:creationId xmlns:a16="http://schemas.microsoft.com/office/drawing/2014/main" id="{39938402-3D52-980B-9E9F-F06785174A19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4" name="object 18">
              <a:extLst>
                <a:ext uri="{FF2B5EF4-FFF2-40B4-BE49-F238E27FC236}">
                  <a16:creationId xmlns:a16="http://schemas.microsoft.com/office/drawing/2014/main" id="{0771FBA8-D907-892F-048B-4E1EF20F6025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5" name="object 19">
              <a:extLst>
                <a:ext uri="{FF2B5EF4-FFF2-40B4-BE49-F238E27FC236}">
                  <a16:creationId xmlns:a16="http://schemas.microsoft.com/office/drawing/2014/main" id="{68F1D0C7-05A5-D10E-93B9-691738BC52BC}"/>
                </a:ext>
              </a:extLst>
            </p:cNvPr>
            <p:cNvPicPr>
              <a:picLocks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6" name="object 20">
              <a:extLst>
                <a:ext uri="{FF2B5EF4-FFF2-40B4-BE49-F238E27FC236}">
                  <a16:creationId xmlns:a16="http://schemas.microsoft.com/office/drawing/2014/main" id="{B91AD20F-11EB-E4B7-7C9D-1A7712FFE17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37" name="object 21">
                <a:extLst>
                  <a:ext uri="{FF2B5EF4-FFF2-40B4-BE49-F238E27FC236}">
                    <a16:creationId xmlns:a16="http://schemas.microsoft.com/office/drawing/2014/main" id="{FE24FBBE-1CA6-11EB-1646-816B26D660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2">
                <a:extLst>
                  <a:ext uri="{FF2B5EF4-FFF2-40B4-BE49-F238E27FC236}">
                    <a16:creationId xmlns:a16="http://schemas.microsoft.com/office/drawing/2014/main" id="{18689441-251F-E967-50B7-06BDEF373D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3">
                <a:extLst>
                  <a:ext uri="{FF2B5EF4-FFF2-40B4-BE49-F238E27FC236}">
                    <a16:creationId xmlns:a16="http://schemas.microsoft.com/office/drawing/2014/main" id="{F188F6A2-6F16-F571-ACD3-B9F3150ED6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24">
                <a:extLst>
                  <a:ext uri="{FF2B5EF4-FFF2-40B4-BE49-F238E27FC236}">
                    <a16:creationId xmlns:a16="http://schemas.microsoft.com/office/drawing/2014/main" id="{F2095147-809B-04CE-B3E7-A2444CD0CB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1" name="object 25">
                <a:extLst>
                  <a:ext uri="{FF2B5EF4-FFF2-40B4-BE49-F238E27FC236}">
                    <a16:creationId xmlns:a16="http://schemas.microsoft.com/office/drawing/2014/main" id="{99D78847-2664-9691-7783-109608D7C874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42" name="object 26">
                <a:extLst>
                  <a:ext uri="{FF2B5EF4-FFF2-40B4-BE49-F238E27FC236}">
                    <a16:creationId xmlns:a16="http://schemas.microsoft.com/office/drawing/2014/main" id="{CE1EFD55-F3C0-9B78-E0C6-C3EFF2869B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3" name="object 27">
                <a:extLst>
                  <a:ext uri="{FF2B5EF4-FFF2-40B4-BE49-F238E27FC236}">
                    <a16:creationId xmlns:a16="http://schemas.microsoft.com/office/drawing/2014/main" id="{2D3CF346-70CE-326E-16E2-E6FF63DAD09A}"/>
                  </a:ext>
                </a:extLst>
              </p:cNvPr>
              <p:cNvPicPr>
                <a:picLocks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806292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D861B7E-6C15-E39B-1A5E-A2C7670199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396080" cy="10287000"/>
          </a:xfrm>
          <a:prstGeom prst="rect">
            <a:avLst/>
          </a:prstGeom>
          <a:ln w="38100" cap="flat" cmpd="sng">
            <a:solidFill>
              <a:srgbClr val="005592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58025B68-5B49-A4CB-8F86-0E3F639AC4A3}"/>
              </a:ext>
            </a:extLst>
          </p:cNvPr>
          <p:cNvGrpSpPr/>
          <p:nvPr/>
        </p:nvGrpSpPr>
        <p:grpSpPr>
          <a:xfrm>
            <a:off x="8001000" y="1835266"/>
            <a:ext cx="9869804" cy="1752600"/>
            <a:chOff x="8023588" y="705920"/>
            <a:chExt cx="9869804" cy="17526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05EA821-67AD-6224-426D-888604EF046B}"/>
                </a:ext>
              </a:extLst>
            </p:cNvPr>
            <p:cNvSpPr/>
            <p:nvPr/>
          </p:nvSpPr>
          <p:spPr>
            <a:xfrm>
              <a:off x="14619250" y="705920"/>
              <a:ext cx="3274142" cy="1752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500" b="1" dirty="0">
                  <a:solidFill>
                    <a:srgbClr val="005592"/>
                  </a:solidFill>
                </a:rPr>
                <a:t>Arrangement for Height Phobia tests as preventive measures against accidents.</a:t>
              </a:r>
              <a:endParaRPr lang="en-IN" sz="2500" b="1" dirty="0">
                <a:solidFill>
                  <a:srgbClr val="005592"/>
                </a:solidFill>
              </a:endParaRPr>
            </a:p>
          </p:txBody>
        </p: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5CBC756D-4853-E26E-679C-EF0DB0D78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588" y="1118554"/>
              <a:ext cx="6595662" cy="1219200"/>
            </a:xfrm>
            <a:prstGeom prst="bentConnector3">
              <a:avLst>
                <a:gd name="adj1" fmla="val 44410"/>
              </a:avLst>
            </a:prstGeom>
            <a:ln w="63500" cmpd="sng">
              <a:solidFill>
                <a:schemeClr val="accent6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82A7995-1C47-226D-FB94-36FD3D90D80B}"/>
              </a:ext>
            </a:extLst>
          </p:cNvPr>
          <p:cNvGrpSpPr/>
          <p:nvPr/>
        </p:nvGrpSpPr>
        <p:grpSpPr>
          <a:xfrm>
            <a:off x="14596662" y="5122606"/>
            <a:ext cx="3274142" cy="4014154"/>
            <a:chOff x="14648615" y="3771900"/>
            <a:chExt cx="3274142" cy="401415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A03F896-D59E-A777-E8D1-0B8F71B6783C}"/>
                </a:ext>
              </a:extLst>
            </p:cNvPr>
            <p:cNvSpPr/>
            <p:nvPr/>
          </p:nvSpPr>
          <p:spPr>
            <a:xfrm>
              <a:off x="14648615" y="3771900"/>
              <a:ext cx="3274142" cy="401415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500" b="1" dirty="0">
                  <a:solidFill>
                    <a:srgbClr val="005592"/>
                  </a:solidFill>
                  <a:effectLst/>
                </a:rPr>
                <a:t>Preventive medical screening to identify workers unfit for elevated work environments</a:t>
              </a:r>
            </a:p>
            <a:p>
              <a:endParaRPr lang="en-US" sz="2500" b="1" dirty="0">
                <a:solidFill>
                  <a:srgbClr val="005592"/>
                </a:solidFill>
              </a:endParaRPr>
            </a:p>
            <a:p>
              <a:r>
                <a:rPr lang="en-US" sz="2500" b="1" dirty="0">
                  <a:solidFill>
                    <a:srgbClr val="005592"/>
                  </a:solidFill>
                  <a:effectLst/>
                </a:rPr>
                <a:t>       Medical Parameters like BP, Pulse, Sp</a:t>
              </a:r>
              <a:r>
                <a:rPr lang="en-US" sz="2500" b="1" dirty="0">
                  <a:solidFill>
                    <a:srgbClr val="005592"/>
                  </a:solidFill>
                </a:rPr>
                <a:t>O2 monitored before and after test</a:t>
              </a:r>
              <a:endParaRPr lang="en-US" sz="2500" b="1" dirty="0">
                <a:solidFill>
                  <a:srgbClr val="005592"/>
                </a:solidFill>
                <a:effectLst/>
              </a:endParaRPr>
            </a:p>
          </p:txBody>
        </p:sp>
        <p:sp>
          <p:nvSpPr>
            <p:cNvPr id="62" name="Shape 6">
              <a:extLst>
                <a:ext uri="{FF2B5EF4-FFF2-40B4-BE49-F238E27FC236}">
                  <a16:creationId xmlns:a16="http://schemas.microsoft.com/office/drawing/2014/main" id="{F2FD28E4-528E-885E-A621-18F224493825}"/>
                </a:ext>
              </a:extLst>
            </p:cNvPr>
            <p:cNvSpPr/>
            <p:nvPr/>
          </p:nvSpPr>
          <p:spPr>
            <a:xfrm>
              <a:off x="14763824" y="6134100"/>
              <a:ext cx="327832" cy="367231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60220"/>
                  </a:moveTo>
                  <a:lnTo>
                    <a:pt x="134503" y="48611"/>
                  </a:lnTo>
                  <a:cubicBezTo>
                    <a:pt x="120551" y="29301"/>
                    <a:pt x="98171" y="17859"/>
                    <a:pt x="74284" y="17859"/>
                  </a:cubicBezTo>
                  <a:cubicBezTo>
                    <a:pt x="33263" y="17859"/>
                    <a:pt x="0" y="51122"/>
                    <a:pt x="0" y="92143"/>
                  </a:cubicBezTo>
                  <a:lnTo>
                    <a:pt x="0" y="93594"/>
                  </a:lnTo>
                  <a:cubicBezTo>
                    <a:pt x="0" y="106766"/>
                    <a:pt x="3460" y="120383"/>
                    <a:pt x="9265" y="133945"/>
                  </a:cubicBezTo>
                  <a:lnTo>
                    <a:pt x="68424" y="133945"/>
                  </a:lnTo>
                  <a:cubicBezTo>
                    <a:pt x="70210" y="133945"/>
                    <a:pt x="71828" y="132885"/>
                    <a:pt x="72554" y="131211"/>
                  </a:cubicBezTo>
                  <a:lnTo>
                    <a:pt x="90301" y="88627"/>
                  </a:lnTo>
                  <a:cubicBezTo>
                    <a:pt x="92366" y="83716"/>
                    <a:pt x="97166" y="80479"/>
                    <a:pt x="102468" y="80367"/>
                  </a:cubicBezTo>
                  <a:cubicBezTo>
                    <a:pt x="107770" y="80256"/>
                    <a:pt x="112681" y="83381"/>
                    <a:pt x="114858" y="88236"/>
                  </a:cubicBezTo>
                  <a:lnTo>
                    <a:pt x="143489" y="151805"/>
                  </a:lnTo>
                  <a:lnTo>
                    <a:pt x="166594" y="105594"/>
                  </a:lnTo>
                  <a:cubicBezTo>
                    <a:pt x="168883" y="101073"/>
                    <a:pt x="173515" y="98171"/>
                    <a:pt x="178594" y="98171"/>
                  </a:cubicBezTo>
                  <a:cubicBezTo>
                    <a:pt x="183673" y="98171"/>
                    <a:pt x="188305" y="101017"/>
                    <a:pt x="190593" y="105594"/>
                  </a:cubicBezTo>
                  <a:lnTo>
                    <a:pt x="203541" y="131434"/>
                  </a:lnTo>
                  <a:cubicBezTo>
                    <a:pt x="204322" y="132941"/>
                    <a:pt x="205829" y="133890"/>
                    <a:pt x="207559" y="133890"/>
                  </a:cubicBezTo>
                  <a:lnTo>
                    <a:pt x="276541" y="133890"/>
                  </a:lnTo>
                  <a:cubicBezTo>
                    <a:pt x="282401" y="120328"/>
                    <a:pt x="285806" y="106710"/>
                    <a:pt x="285806" y="93538"/>
                  </a:cubicBezTo>
                  <a:lnTo>
                    <a:pt x="285806" y="92087"/>
                  </a:lnTo>
                  <a:cubicBezTo>
                    <a:pt x="285750" y="51122"/>
                    <a:pt x="252487" y="17859"/>
                    <a:pt x="211466" y="17859"/>
                  </a:cubicBezTo>
                  <a:cubicBezTo>
                    <a:pt x="187635" y="17859"/>
                    <a:pt x="165199" y="29301"/>
                    <a:pt x="151247" y="48611"/>
                  </a:cubicBezTo>
                  <a:lnTo>
                    <a:pt x="142875" y="60164"/>
                  </a:lnTo>
                  <a:close/>
                  <a:moveTo>
                    <a:pt x="262086" y="160734"/>
                  </a:moveTo>
                  <a:lnTo>
                    <a:pt x="207504" y="160734"/>
                  </a:lnTo>
                  <a:cubicBezTo>
                    <a:pt x="195672" y="160734"/>
                    <a:pt x="184845" y="154037"/>
                    <a:pt x="179543" y="143433"/>
                  </a:cubicBezTo>
                  <a:lnTo>
                    <a:pt x="178594" y="141536"/>
                  </a:lnTo>
                  <a:lnTo>
                    <a:pt x="154874" y="189030"/>
                  </a:lnTo>
                  <a:cubicBezTo>
                    <a:pt x="152586" y="193663"/>
                    <a:pt x="147786" y="196565"/>
                    <a:pt x="142596" y="196453"/>
                  </a:cubicBezTo>
                  <a:cubicBezTo>
                    <a:pt x="137406" y="196342"/>
                    <a:pt x="132773" y="193272"/>
                    <a:pt x="130652" y="188584"/>
                  </a:cubicBezTo>
                  <a:lnTo>
                    <a:pt x="103138" y="127471"/>
                  </a:lnTo>
                  <a:lnTo>
                    <a:pt x="97278" y="141536"/>
                  </a:lnTo>
                  <a:cubicBezTo>
                    <a:pt x="92422" y="153200"/>
                    <a:pt x="81037" y="160790"/>
                    <a:pt x="68424" y="160790"/>
                  </a:cubicBezTo>
                  <a:lnTo>
                    <a:pt x="23664" y="160790"/>
                  </a:lnTo>
                  <a:cubicBezTo>
                    <a:pt x="50006" y="201978"/>
                    <a:pt x="92311" y="239874"/>
                    <a:pt x="118765" y="260077"/>
                  </a:cubicBezTo>
                  <a:cubicBezTo>
                    <a:pt x="125685" y="265323"/>
                    <a:pt x="134169" y="267946"/>
                    <a:pt x="142819" y="267946"/>
                  </a:cubicBezTo>
                  <a:cubicBezTo>
                    <a:pt x="151470" y="267946"/>
                    <a:pt x="160009" y="265379"/>
                    <a:pt x="166874" y="260077"/>
                  </a:cubicBezTo>
                  <a:cubicBezTo>
                    <a:pt x="193439" y="239818"/>
                    <a:pt x="235744" y="201923"/>
                    <a:pt x="262086" y="160734"/>
                  </a:cubicBez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48A3322-2A06-39C7-1253-BC2B8B8E709B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4" name="object 3">
              <a:extLst>
                <a:ext uri="{FF2B5EF4-FFF2-40B4-BE49-F238E27FC236}">
                  <a16:creationId xmlns:a16="http://schemas.microsoft.com/office/drawing/2014/main" id="{1F93CB12-389B-FF6B-6BD2-C2057958524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46" name="object 4">
                <a:extLst>
                  <a:ext uri="{FF2B5EF4-FFF2-40B4-BE49-F238E27FC236}">
                    <a16:creationId xmlns:a16="http://schemas.microsoft.com/office/drawing/2014/main" id="{4F037195-1E57-6DBF-9C41-83C8C2C634B7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47" name="object 5">
                <a:extLst>
                  <a:ext uri="{FF2B5EF4-FFF2-40B4-BE49-F238E27FC236}">
                    <a16:creationId xmlns:a16="http://schemas.microsoft.com/office/drawing/2014/main" id="{DE2993DF-0A03-47BD-E683-D87BFB171395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48" name="object 6">
                <a:extLst>
                  <a:ext uri="{FF2B5EF4-FFF2-40B4-BE49-F238E27FC236}">
                    <a16:creationId xmlns:a16="http://schemas.microsoft.com/office/drawing/2014/main" id="{C4FB4CE3-842D-45BA-65D6-E69848EAD5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7">
                <a:extLst>
                  <a:ext uri="{FF2B5EF4-FFF2-40B4-BE49-F238E27FC236}">
                    <a16:creationId xmlns:a16="http://schemas.microsoft.com/office/drawing/2014/main" id="{9E8C6049-11CB-C84C-1335-7A2C7F2EAB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2" name="object 8">
                <a:extLst>
                  <a:ext uri="{FF2B5EF4-FFF2-40B4-BE49-F238E27FC236}">
                    <a16:creationId xmlns:a16="http://schemas.microsoft.com/office/drawing/2014/main" id="{A06C64FC-E98A-84BD-C353-7A4524366F79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53" name="object 9">
                <a:extLst>
                  <a:ext uri="{FF2B5EF4-FFF2-40B4-BE49-F238E27FC236}">
                    <a16:creationId xmlns:a16="http://schemas.microsoft.com/office/drawing/2014/main" id="{9D95BB1D-7C1D-2778-B37D-2732FDE889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4" name="object 10">
                <a:extLst>
                  <a:ext uri="{FF2B5EF4-FFF2-40B4-BE49-F238E27FC236}">
                    <a16:creationId xmlns:a16="http://schemas.microsoft.com/office/drawing/2014/main" id="{22D84AD2-32BE-67D9-D693-5C6C424934E8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55" name="object 11">
                <a:extLst>
                  <a:ext uri="{FF2B5EF4-FFF2-40B4-BE49-F238E27FC236}">
                    <a16:creationId xmlns:a16="http://schemas.microsoft.com/office/drawing/2014/main" id="{8DFF6AD6-7AA9-78AD-13ED-55C4B56474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2">
                <a:extLst>
                  <a:ext uri="{FF2B5EF4-FFF2-40B4-BE49-F238E27FC236}">
                    <a16:creationId xmlns:a16="http://schemas.microsoft.com/office/drawing/2014/main" id="{872E78AC-8044-6E06-A31B-90051E4319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7" name="object 13">
                <a:extLst>
                  <a:ext uri="{FF2B5EF4-FFF2-40B4-BE49-F238E27FC236}">
                    <a16:creationId xmlns:a16="http://schemas.microsoft.com/office/drawing/2014/main" id="{B7E2D040-D069-A737-7D0A-518D46DD7129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58" name="object 14">
                <a:extLst>
                  <a:ext uri="{FF2B5EF4-FFF2-40B4-BE49-F238E27FC236}">
                    <a16:creationId xmlns:a16="http://schemas.microsoft.com/office/drawing/2014/main" id="{5203E34A-7420-B316-1F10-5A00066A2FE7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31" name="object 15">
              <a:extLst>
                <a:ext uri="{FF2B5EF4-FFF2-40B4-BE49-F238E27FC236}">
                  <a16:creationId xmlns:a16="http://schemas.microsoft.com/office/drawing/2014/main" id="{E6F119CD-1089-6ED9-1295-34AD1258B831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2" name="object 16">
              <a:extLst>
                <a:ext uri="{FF2B5EF4-FFF2-40B4-BE49-F238E27FC236}">
                  <a16:creationId xmlns:a16="http://schemas.microsoft.com/office/drawing/2014/main" id="{408DF348-CF05-DFA4-042B-F5E540A5DB45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3" name="object 17">
              <a:extLst>
                <a:ext uri="{FF2B5EF4-FFF2-40B4-BE49-F238E27FC236}">
                  <a16:creationId xmlns:a16="http://schemas.microsoft.com/office/drawing/2014/main" id="{212D2C5B-A4DB-DC7B-6C53-2FC20DF78128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4" name="object 18">
              <a:extLst>
                <a:ext uri="{FF2B5EF4-FFF2-40B4-BE49-F238E27FC236}">
                  <a16:creationId xmlns:a16="http://schemas.microsoft.com/office/drawing/2014/main" id="{E1608FBC-B008-7216-5AC9-0B585BFEF547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5" name="object 19">
              <a:extLst>
                <a:ext uri="{FF2B5EF4-FFF2-40B4-BE49-F238E27FC236}">
                  <a16:creationId xmlns:a16="http://schemas.microsoft.com/office/drawing/2014/main" id="{03C4A12A-EE36-BC71-198F-C2E7E1E2CB5D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6" name="object 20">
              <a:extLst>
                <a:ext uri="{FF2B5EF4-FFF2-40B4-BE49-F238E27FC236}">
                  <a16:creationId xmlns:a16="http://schemas.microsoft.com/office/drawing/2014/main" id="{1C7E7364-2E9D-A6A9-63CE-58E4A464983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37" name="object 21">
                <a:extLst>
                  <a:ext uri="{FF2B5EF4-FFF2-40B4-BE49-F238E27FC236}">
                    <a16:creationId xmlns:a16="http://schemas.microsoft.com/office/drawing/2014/main" id="{A5C672D7-F802-0FDB-22D5-0DAFA51F7B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2">
                <a:extLst>
                  <a:ext uri="{FF2B5EF4-FFF2-40B4-BE49-F238E27FC236}">
                    <a16:creationId xmlns:a16="http://schemas.microsoft.com/office/drawing/2014/main" id="{F79D5C9C-7CB3-9449-09CD-BFE341D065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23">
                <a:extLst>
                  <a:ext uri="{FF2B5EF4-FFF2-40B4-BE49-F238E27FC236}">
                    <a16:creationId xmlns:a16="http://schemas.microsoft.com/office/drawing/2014/main" id="{9E16C740-E42D-15BC-6EEA-D55623BEBC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4">
                <a:extLst>
                  <a:ext uri="{FF2B5EF4-FFF2-40B4-BE49-F238E27FC236}">
                    <a16:creationId xmlns:a16="http://schemas.microsoft.com/office/drawing/2014/main" id="{0631A142-138C-7BAC-F575-4AFC75ECA8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3" name="object 25">
                <a:extLst>
                  <a:ext uri="{FF2B5EF4-FFF2-40B4-BE49-F238E27FC236}">
                    <a16:creationId xmlns:a16="http://schemas.microsoft.com/office/drawing/2014/main" id="{B3EB63BF-98FD-7968-849C-25195180042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44" name="object 26">
                <a:extLst>
                  <a:ext uri="{FF2B5EF4-FFF2-40B4-BE49-F238E27FC236}">
                    <a16:creationId xmlns:a16="http://schemas.microsoft.com/office/drawing/2014/main" id="{E6D4FC38-48FC-D854-8DF1-7D87211879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5" name="object 27">
                <a:extLst>
                  <a:ext uri="{FF2B5EF4-FFF2-40B4-BE49-F238E27FC236}">
                    <a16:creationId xmlns:a16="http://schemas.microsoft.com/office/drawing/2014/main" id="{B0BF9D2A-BEAB-D2BE-B763-0F2F7BA12840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69105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CFACF93-052C-18C5-B8B9-10E6DDB8DD36}"/>
              </a:ext>
            </a:extLst>
          </p:cNvPr>
          <p:cNvGrpSpPr>
            <a:grpSpLocks/>
          </p:cNvGrpSpPr>
          <p:nvPr/>
        </p:nvGrpSpPr>
        <p:grpSpPr>
          <a:xfrm>
            <a:off x="16611600" y="190500"/>
            <a:ext cx="1447800" cy="1447800"/>
            <a:chOff x="874655" y="438912"/>
            <a:chExt cx="2560320" cy="1687448"/>
          </a:xfrm>
        </p:grpSpPr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56ED9511-9CED-CE52-AB68-504A779F244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20" name="object 4">
                <a:extLst>
                  <a:ext uri="{FF2B5EF4-FFF2-40B4-BE49-F238E27FC236}">
                    <a16:creationId xmlns:a16="http://schemas.microsoft.com/office/drawing/2014/main" id="{88C5C48B-64E3-D849-088E-965418C52397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21" name="object 5">
                <a:extLst>
                  <a:ext uri="{FF2B5EF4-FFF2-40B4-BE49-F238E27FC236}">
                    <a16:creationId xmlns:a16="http://schemas.microsoft.com/office/drawing/2014/main" id="{32CC3F56-A018-DB1A-73B6-B7E5E02CDD66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22" name="object 6">
                <a:extLst>
                  <a:ext uri="{FF2B5EF4-FFF2-40B4-BE49-F238E27FC236}">
                    <a16:creationId xmlns:a16="http://schemas.microsoft.com/office/drawing/2014/main" id="{E514DD8B-814D-7470-2843-F5DD82F60F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A6F338EB-87E0-D7C0-CF19-60A70B5FA4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8">
                <a:extLst>
                  <a:ext uri="{FF2B5EF4-FFF2-40B4-BE49-F238E27FC236}">
                    <a16:creationId xmlns:a16="http://schemas.microsoft.com/office/drawing/2014/main" id="{08F3AA53-A804-F3D8-12B7-F1A0C73F70B3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25" name="object 9">
                <a:extLst>
                  <a:ext uri="{FF2B5EF4-FFF2-40B4-BE49-F238E27FC236}">
                    <a16:creationId xmlns:a16="http://schemas.microsoft.com/office/drawing/2014/main" id="{4CA3DB70-B210-2A26-E6CB-289B00D21D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10">
                <a:extLst>
                  <a:ext uri="{FF2B5EF4-FFF2-40B4-BE49-F238E27FC236}">
                    <a16:creationId xmlns:a16="http://schemas.microsoft.com/office/drawing/2014/main" id="{3CB6A8C7-1BEF-C9FB-41F6-4145084394C3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9C8A74EE-3F66-FED1-4CEB-29603E8585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2">
                <a:extLst>
                  <a:ext uri="{FF2B5EF4-FFF2-40B4-BE49-F238E27FC236}">
                    <a16:creationId xmlns:a16="http://schemas.microsoft.com/office/drawing/2014/main" id="{AF0941A3-5B08-A0DA-8213-1C263DED32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9" name="object 13">
                <a:extLst>
                  <a:ext uri="{FF2B5EF4-FFF2-40B4-BE49-F238E27FC236}">
                    <a16:creationId xmlns:a16="http://schemas.microsoft.com/office/drawing/2014/main" id="{F7170E33-F842-4A2B-CABE-C36ACA1608B9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30" name="object 14">
                <a:extLst>
                  <a:ext uri="{FF2B5EF4-FFF2-40B4-BE49-F238E27FC236}">
                    <a16:creationId xmlns:a16="http://schemas.microsoft.com/office/drawing/2014/main" id="{55A0E8D9-2E91-E65A-9396-4F92CF1CBCE4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7" name="object 15">
              <a:extLst>
                <a:ext uri="{FF2B5EF4-FFF2-40B4-BE49-F238E27FC236}">
                  <a16:creationId xmlns:a16="http://schemas.microsoft.com/office/drawing/2014/main" id="{921B3944-F3BF-6FA3-194A-9586D706B71C}"/>
                </a:ext>
              </a:extLst>
            </p:cNvPr>
            <p:cNvPicPr>
              <a:picLocks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8" name="object 16">
              <a:extLst>
                <a:ext uri="{FF2B5EF4-FFF2-40B4-BE49-F238E27FC236}">
                  <a16:creationId xmlns:a16="http://schemas.microsoft.com/office/drawing/2014/main" id="{C6FCE7AB-5C17-AB10-D334-CC0A579DB477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9" name="object 17">
              <a:extLst>
                <a:ext uri="{FF2B5EF4-FFF2-40B4-BE49-F238E27FC236}">
                  <a16:creationId xmlns:a16="http://schemas.microsoft.com/office/drawing/2014/main" id="{AA9492BA-25A2-3D21-D656-5CDC19878124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10" name="object 18">
              <a:extLst>
                <a:ext uri="{FF2B5EF4-FFF2-40B4-BE49-F238E27FC236}">
                  <a16:creationId xmlns:a16="http://schemas.microsoft.com/office/drawing/2014/main" id="{95F33DF7-B0F6-A428-7052-75ED55800E06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F4AF7584-DED1-AB9B-187D-198535DD621A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12" name="object 20">
              <a:extLst>
                <a:ext uri="{FF2B5EF4-FFF2-40B4-BE49-F238E27FC236}">
                  <a16:creationId xmlns:a16="http://schemas.microsoft.com/office/drawing/2014/main" id="{2ED11A92-F3FC-31AA-BC35-BDD87148569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13" name="object 21">
                <a:extLst>
                  <a:ext uri="{FF2B5EF4-FFF2-40B4-BE49-F238E27FC236}">
                    <a16:creationId xmlns:a16="http://schemas.microsoft.com/office/drawing/2014/main" id="{C1B47413-C026-284E-0BC5-15282AFC58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2">
                <a:extLst>
                  <a:ext uri="{FF2B5EF4-FFF2-40B4-BE49-F238E27FC236}">
                    <a16:creationId xmlns:a16="http://schemas.microsoft.com/office/drawing/2014/main" id="{1AA0DE5F-F79F-6881-53DF-EE0DB3D61B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23">
                <a:extLst>
                  <a:ext uri="{FF2B5EF4-FFF2-40B4-BE49-F238E27FC236}">
                    <a16:creationId xmlns:a16="http://schemas.microsoft.com/office/drawing/2014/main" id="{4AD57600-53F2-EDBE-4AE1-620722F160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4">
                <a:extLst>
                  <a:ext uri="{FF2B5EF4-FFF2-40B4-BE49-F238E27FC236}">
                    <a16:creationId xmlns:a16="http://schemas.microsoft.com/office/drawing/2014/main" id="{9BE31F1B-6A89-2B63-48F6-13663366EB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25">
                <a:extLst>
                  <a:ext uri="{FF2B5EF4-FFF2-40B4-BE49-F238E27FC236}">
                    <a16:creationId xmlns:a16="http://schemas.microsoft.com/office/drawing/2014/main" id="{604AFF5F-CCE8-F40A-4DDC-0CD13609AC65}"/>
                  </a:ext>
                </a:extLst>
              </p:cNvPr>
              <p:cNvPicPr>
                <a:picLocks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CBBAF64B-3AD3-30DD-756B-ABBF869228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27">
                <a:extLst>
                  <a:ext uri="{FF2B5EF4-FFF2-40B4-BE49-F238E27FC236}">
                    <a16:creationId xmlns:a16="http://schemas.microsoft.com/office/drawing/2014/main" id="{71848E35-3AAD-1207-D6A6-8D92A7DDEF0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  <p:pic>
        <p:nvPicPr>
          <p:cNvPr id="2" name="object 28">
            <a:extLst>
              <a:ext uri="{FF2B5EF4-FFF2-40B4-BE49-F238E27FC236}">
                <a16:creationId xmlns:a16="http://schemas.microsoft.com/office/drawing/2014/main" id="{5DEA7F25-EA63-E55A-B992-4206A7D71AB7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2689" y="2422567"/>
            <a:ext cx="10858099" cy="78644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E1F003-BB97-1FE3-26CD-5ADE297A5B76}"/>
              </a:ext>
            </a:extLst>
          </p:cNvPr>
          <p:cNvSpPr txBox="1"/>
          <p:nvPr/>
        </p:nvSpPr>
        <p:spPr>
          <a:xfrm>
            <a:off x="-12992" y="-9112"/>
            <a:ext cx="17250520" cy="2554545"/>
          </a:xfrm>
          <a:prstGeom prst="rect">
            <a:avLst/>
          </a:prstGeom>
          <a:noFill/>
          <a:ln w="47625">
            <a:noFill/>
          </a:ln>
        </p:spPr>
        <p:txBody>
          <a:bodyPr wrap="square" lIns="90000" rtlCol="0">
            <a:spAutoFit/>
          </a:bodyPr>
          <a:lstStyle/>
          <a:p>
            <a:r>
              <a:rPr lang="en-US" sz="8000" b="1" dirty="0">
                <a:solidFill>
                  <a:srgbClr val="005592"/>
                </a:solidFill>
              </a:rPr>
              <a:t>PROTECTION AGAINST FALLING IN SEPTIC/WATER TANKS</a:t>
            </a:r>
            <a:endParaRPr lang="en-IN" sz="8000" b="1" dirty="0">
              <a:solidFill>
                <a:srgbClr val="005592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220E863-7AA5-B6E1-BEE8-70A7280EA2C6}"/>
              </a:ext>
            </a:extLst>
          </p:cNvPr>
          <p:cNvGrpSpPr/>
          <p:nvPr/>
        </p:nvGrpSpPr>
        <p:grpSpPr>
          <a:xfrm>
            <a:off x="12077006" y="4257491"/>
            <a:ext cx="3639290" cy="3593281"/>
            <a:chOff x="14619250" y="705919"/>
            <a:chExt cx="4020290" cy="400981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43F2A73-454A-3628-D689-D6AC180C3438}"/>
                </a:ext>
              </a:extLst>
            </p:cNvPr>
            <p:cNvSpPr/>
            <p:nvPr/>
          </p:nvSpPr>
          <p:spPr>
            <a:xfrm>
              <a:off x="14619250" y="705919"/>
              <a:ext cx="4020290" cy="400981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500" b="1" dirty="0">
                  <a:solidFill>
                    <a:srgbClr val="005592"/>
                  </a:solidFill>
                </a:rPr>
                <a:t>       </a:t>
              </a:r>
            </a:p>
          </p:txBody>
        </p:sp>
        <p:sp>
          <p:nvSpPr>
            <p:cNvPr id="33" name="Shape 12">
              <a:extLst>
                <a:ext uri="{FF2B5EF4-FFF2-40B4-BE49-F238E27FC236}">
                  <a16:creationId xmlns:a16="http://schemas.microsoft.com/office/drawing/2014/main" id="{D9B8352D-2B1F-9B34-5AE9-D3CD9751A116}"/>
                </a:ext>
              </a:extLst>
            </p:cNvPr>
            <p:cNvSpPr/>
            <p:nvPr/>
          </p:nvSpPr>
          <p:spPr>
            <a:xfrm>
              <a:off x="14782800" y="866373"/>
              <a:ext cx="425245" cy="477054"/>
            </a:xfrm>
            <a:custGeom>
              <a:avLst/>
              <a:gdLst/>
              <a:ahLst/>
              <a:cxnLst/>
              <a:rect l="l" t="t" r="r" b="b"/>
              <a:pathLst>
                <a:path w="290725" h="332257">
                  <a:moveTo>
                    <a:pt x="249193" y="62298"/>
                  </a:moveTo>
                  <a:lnTo>
                    <a:pt x="166129" y="62298"/>
                  </a:lnTo>
                  <a:lnTo>
                    <a:pt x="166129" y="145363"/>
                  </a:lnTo>
                  <a:lnTo>
                    <a:pt x="249193" y="145363"/>
                  </a:lnTo>
                  <a:lnTo>
                    <a:pt x="249193" y="62298"/>
                  </a:lnTo>
                  <a:close/>
                  <a:moveTo>
                    <a:pt x="290725" y="145363"/>
                  </a:moveTo>
                  <a:lnTo>
                    <a:pt x="290725" y="269959"/>
                  </a:lnTo>
                  <a:cubicBezTo>
                    <a:pt x="290725" y="292867"/>
                    <a:pt x="272101" y="311491"/>
                    <a:pt x="249193" y="311491"/>
                  </a:cubicBezTo>
                  <a:lnTo>
                    <a:pt x="41532" y="311491"/>
                  </a:lnTo>
                  <a:cubicBezTo>
                    <a:pt x="18625" y="311491"/>
                    <a:pt x="0" y="292867"/>
                    <a:pt x="0" y="269959"/>
                  </a:cubicBezTo>
                  <a:lnTo>
                    <a:pt x="0" y="62298"/>
                  </a:lnTo>
                  <a:cubicBezTo>
                    <a:pt x="0" y="39391"/>
                    <a:pt x="18625" y="20766"/>
                    <a:pt x="41532" y="20766"/>
                  </a:cubicBezTo>
                  <a:lnTo>
                    <a:pt x="249193" y="20766"/>
                  </a:lnTo>
                  <a:cubicBezTo>
                    <a:pt x="272101" y="20766"/>
                    <a:pt x="290725" y="39391"/>
                    <a:pt x="290725" y="62298"/>
                  </a:cubicBezTo>
                  <a:lnTo>
                    <a:pt x="290725" y="145363"/>
                  </a:lnTo>
                  <a:close/>
                  <a:moveTo>
                    <a:pt x="41532" y="186895"/>
                  </a:moveTo>
                  <a:lnTo>
                    <a:pt x="41532" y="269959"/>
                  </a:lnTo>
                  <a:lnTo>
                    <a:pt x="124597" y="269959"/>
                  </a:lnTo>
                  <a:lnTo>
                    <a:pt x="124597" y="186895"/>
                  </a:lnTo>
                  <a:lnTo>
                    <a:pt x="41532" y="186895"/>
                  </a:lnTo>
                  <a:close/>
                  <a:moveTo>
                    <a:pt x="124597" y="145363"/>
                  </a:moveTo>
                  <a:lnTo>
                    <a:pt x="124597" y="62298"/>
                  </a:lnTo>
                  <a:lnTo>
                    <a:pt x="41532" y="62298"/>
                  </a:lnTo>
                  <a:lnTo>
                    <a:pt x="41532" y="145363"/>
                  </a:lnTo>
                  <a:lnTo>
                    <a:pt x="124597" y="145363"/>
                  </a:lnTo>
                  <a:close/>
                  <a:moveTo>
                    <a:pt x="166129" y="186895"/>
                  </a:moveTo>
                  <a:lnTo>
                    <a:pt x="166129" y="269959"/>
                  </a:lnTo>
                  <a:lnTo>
                    <a:pt x="249193" y="269959"/>
                  </a:lnTo>
                  <a:lnTo>
                    <a:pt x="249193" y="186895"/>
                  </a:lnTo>
                  <a:lnTo>
                    <a:pt x="166129" y="186895"/>
                  </a:lnTo>
                  <a:close/>
                </a:path>
              </a:pathLst>
            </a:custGeom>
            <a:solidFill>
              <a:srgbClr val="ECC94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D70477E-76BD-1109-672D-70B6969DE921}"/>
                </a:ext>
              </a:extLst>
            </p:cNvPr>
            <p:cNvSpPr txBox="1"/>
            <p:nvPr/>
          </p:nvSpPr>
          <p:spPr>
            <a:xfrm>
              <a:off x="15294658" y="879892"/>
              <a:ext cx="123969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>
                  <a:solidFill>
                    <a:srgbClr val="005592"/>
                  </a:solidFill>
                </a:rPr>
                <a:t>COVERS</a:t>
              </a:r>
              <a:endParaRPr lang="en-IN" sz="2500" b="1" dirty="0">
                <a:solidFill>
                  <a:srgbClr val="005592"/>
                </a:solidFill>
              </a:endParaRPr>
            </a:p>
          </p:txBody>
        </p:sp>
        <p:sp>
          <p:nvSpPr>
            <p:cNvPr id="39" name="Text 14">
              <a:extLst>
                <a:ext uri="{FF2B5EF4-FFF2-40B4-BE49-F238E27FC236}">
                  <a16:creationId xmlns:a16="http://schemas.microsoft.com/office/drawing/2014/main" id="{7C9446D3-23B6-80E1-7F81-C963D46ED742}"/>
                </a:ext>
              </a:extLst>
            </p:cNvPr>
            <p:cNvSpPr/>
            <p:nvPr/>
          </p:nvSpPr>
          <p:spPr>
            <a:xfrm>
              <a:off x="14783381" y="1503881"/>
              <a:ext cx="3205841" cy="27953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rgbClr val="005592"/>
                  </a:solidFill>
                  <a:ea typeface="Quattrocento Sans" pitchFamily="34" charset="-122"/>
                  <a:cs typeface="Quattrocento Sans" pitchFamily="34" charset="-120"/>
                </a:rPr>
                <a:t>Secure covers for floor holes that prevent from falling in the septic tanks along with making the workers aware of all the tank locations.</a:t>
              </a:r>
              <a:endParaRPr lang="en-US" sz="2000" b="1" dirty="0">
                <a:solidFill>
                  <a:srgbClr val="005592"/>
                </a:solidFill>
              </a:endParaRP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82F79A3-AE24-91A1-46BB-F765865FDD97}"/>
              </a:ext>
            </a:extLst>
          </p:cNvPr>
          <p:cNvCxnSpPr>
            <a:cxnSpLocks/>
          </p:cNvCxnSpPr>
          <p:nvPr/>
        </p:nvCxnSpPr>
        <p:spPr>
          <a:xfrm>
            <a:off x="6193787" y="5905500"/>
            <a:ext cx="5900425" cy="0"/>
          </a:xfrm>
          <a:prstGeom prst="straightConnector1">
            <a:avLst/>
          </a:prstGeom>
          <a:ln w="63500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567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object 29">
            <a:extLst>
              <a:ext uri="{FF2B5EF4-FFF2-40B4-BE49-F238E27FC236}">
                <a16:creationId xmlns:a16="http://schemas.microsoft.com/office/drawing/2014/main" id="{C3644511-7228-9DA5-3AB6-D323B610A0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4983" y="2182487"/>
            <a:ext cx="6735125" cy="7808382"/>
          </a:xfrm>
          <a:prstGeom prst="rect">
            <a:avLst/>
          </a:prstGeom>
        </p:spPr>
      </p:pic>
      <p:pic>
        <p:nvPicPr>
          <p:cNvPr id="3" name="object 28">
            <a:extLst>
              <a:ext uri="{FF2B5EF4-FFF2-40B4-BE49-F238E27FC236}">
                <a16:creationId xmlns:a16="http://schemas.microsoft.com/office/drawing/2014/main" id="{CC76E312-794F-5528-2278-04F4D09517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638" y="2182486"/>
            <a:ext cx="6302362" cy="77891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E1F003-BB97-1FE3-26CD-5ADE297A5B76}"/>
              </a:ext>
            </a:extLst>
          </p:cNvPr>
          <p:cNvSpPr txBox="1"/>
          <p:nvPr/>
        </p:nvSpPr>
        <p:spPr>
          <a:xfrm>
            <a:off x="-12992" y="-216991"/>
            <a:ext cx="17250520" cy="2554545"/>
          </a:xfrm>
          <a:prstGeom prst="rect">
            <a:avLst/>
          </a:prstGeom>
          <a:noFill/>
          <a:ln w="47625">
            <a:noFill/>
          </a:ln>
        </p:spPr>
        <p:txBody>
          <a:bodyPr wrap="square" lIns="90000" rtlCol="0">
            <a:spAutoFit/>
          </a:bodyPr>
          <a:lstStyle/>
          <a:p>
            <a:r>
              <a:rPr lang="en-US" sz="8000" b="1" dirty="0">
                <a:solidFill>
                  <a:srgbClr val="005592"/>
                </a:solidFill>
              </a:rPr>
              <a:t>PROVISION</a:t>
            </a:r>
            <a:r>
              <a:rPr lang="en-US" sz="8000" b="1" spc="-120" dirty="0">
                <a:solidFill>
                  <a:srgbClr val="005592"/>
                </a:solidFill>
              </a:rPr>
              <a:t> </a:t>
            </a:r>
            <a:r>
              <a:rPr lang="en-US" sz="8000" b="1" dirty="0">
                <a:solidFill>
                  <a:srgbClr val="005592"/>
                </a:solidFill>
              </a:rPr>
              <a:t>OF</a:t>
            </a:r>
            <a:r>
              <a:rPr lang="en-US" sz="8000" b="1" spc="-120" dirty="0">
                <a:solidFill>
                  <a:srgbClr val="005592"/>
                </a:solidFill>
              </a:rPr>
              <a:t> </a:t>
            </a:r>
            <a:r>
              <a:rPr lang="en-US" sz="8000" b="1" spc="-20" dirty="0">
                <a:solidFill>
                  <a:srgbClr val="005592"/>
                </a:solidFill>
              </a:rPr>
              <a:t>HARD </a:t>
            </a:r>
            <a:r>
              <a:rPr lang="en-US" sz="8000" b="1" spc="-30" dirty="0">
                <a:solidFill>
                  <a:srgbClr val="005592"/>
                </a:solidFill>
              </a:rPr>
              <a:t>BARRICATION</a:t>
            </a:r>
            <a:r>
              <a:rPr lang="en-US" sz="8000" b="1" spc="-80" dirty="0">
                <a:solidFill>
                  <a:srgbClr val="005592"/>
                </a:solidFill>
              </a:rPr>
              <a:t> </a:t>
            </a:r>
            <a:r>
              <a:rPr lang="en-US" sz="8000" b="1" dirty="0">
                <a:solidFill>
                  <a:srgbClr val="005592"/>
                </a:solidFill>
              </a:rPr>
              <a:t>IN</a:t>
            </a:r>
            <a:r>
              <a:rPr lang="en-US" sz="8000" b="1" spc="-65" dirty="0">
                <a:solidFill>
                  <a:srgbClr val="005592"/>
                </a:solidFill>
              </a:rPr>
              <a:t> </a:t>
            </a:r>
            <a:r>
              <a:rPr lang="en-US" sz="8000" b="1" spc="-20" dirty="0">
                <a:solidFill>
                  <a:srgbClr val="005592"/>
                </a:solidFill>
              </a:rPr>
              <a:t>DEEP </a:t>
            </a:r>
            <a:r>
              <a:rPr lang="en-US" sz="8000" b="1" spc="-55" dirty="0">
                <a:solidFill>
                  <a:srgbClr val="005592"/>
                </a:solidFill>
              </a:rPr>
              <a:t>EXCAVATION/WORKING</a:t>
            </a:r>
            <a:r>
              <a:rPr lang="en-US" sz="8000" b="1" spc="-85" dirty="0">
                <a:solidFill>
                  <a:srgbClr val="005592"/>
                </a:solidFill>
              </a:rPr>
              <a:t> </a:t>
            </a:r>
            <a:r>
              <a:rPr lang="en-US" sz="8000" b="1" spc="-10" dirty="0">
                <a:solidFill>
                  <a:srgbClr val="005592"/>
                </a:solidFill>
              </a:rPr>
              <a:t>AREAS</a:t>
            </a:r>
            <a:endParaRPr lang="en-IN" sz="8000" b="1" dirty="0">
              <a:solidFill>
                <a:srgbClr val="005592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82F79A3-AE24-91A1-46BB-F765865FDD97}"/>
              </a:ext>
            </a:extLst>
          </p:cNvPr>
          <p:cNvCxnSpPr>
            <a:cxnSpLocks/>
          </p:cNvCxnSpPr>
          <p:nvPr/>
        </p:nvCxnSpPr>
        <p:spPr>
          <a:xfrm flipV="1">
            <a:off x="8153537" y="3101226"/>
            <a:ext cx="6486969" cy="2067925"/>
          </a:xfrm>
          <a:prstGeom prst="straightConnector1">
            <a:avLst/>
          </a:prstGeom>
          <a:ln w="63500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DCAC73C7-F7D6-C91B-F6F1-CB4C62250893}"/>
              </a:ext>
            </a:extLst>
          </p:cNvPr>
          <p:cNvCxnSpPr>
            <a:cxnSpLocks/>
          </p:cNvCxnSpPr>
          <p:nvPr/>
        </p:nvCxnSpPr>
        <p:spPr>
          <a:xfrm flipV="1">
            <a:off x="2124424" y="3065592"/>
            <a:ext cx="12516082" cy="3139165"/>
          </a:xfrm>
          <a:prstGeom prst="curvedConnector3">
            <a:avLst>
              <a:gd name="adj1" fmla="val 50000"/>
            </a:avLst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E476265-4632-76E0-66B4-684418656B81}"/>
              </a:ext>
            </a:extLst>
          </p:cNvPr>
          <p:cNvGrpSpPr/>
          <p:nvPr/>
        </p:nvGrpSpPr>
        <p:grpSpPr>
          <a:xfrm>
            <a:off x="14655989" y="2498530"/>
            <a:ext cx="2810139" cy="4242072"/>
            <a:chOff x="14655989" y="2498530"/>
            <a:chExt cx="2810139" cy="424207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935AD0A-856D-FFBB-B0AE-FB05CF3FC3C7}"/>
                </a:ext>
              </a:extLst>
            </p:cNvPr>
            <p:cNvSpPr/>
            <p:nvPr/>
          </p:nvSpPr>
          <p:spPr>
            <a:xfrm>
              <a:off x="14655989" y="2498530"/>
              <a:ext cx="2810139" cy="424207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500" b="1" dirty="0">
                  <a:solidFill>
                    <a:srgbClr val="005592"/>
                  </a:solidFill>
                  <a:effectLst/>
                </a:rPr>
                <a:t>                </a:t>
              </a:r>
            </a:p>
            <a:p>
              <a:endParaRPr lang="en-US" sz="2500" b="1" dirty="0">
                <a:solidFill>
                  <a:srgbClr val="005592"/>
                </a:solidFill>
              </a:endParaRPr>
            </a:p>
            <a:p>
              <a:r>
                <a:rPr lang="en-US" sz="2500" b="1" dirty="0">
                  <a:solidFill>
                    <a:srgbClr val="005592"/>
                  </a:solidFill>
                  <a:effectLst/>
                </a:rPr>
                <a:t>            Placement of Guardrails around the boundary of all deep excavation and working areas along with high visibility warning signs.</a:t>
              </a:r>
            </a:p>
          </p:txBody>
        </p:sp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906E6B67-3EFE-28CA-2F4C-9F84203A199A}"/>
                </a:ext>
              </a:extLst>
            </p:cNvPr>
            <p:cNvSpPr/>
            <p:nvPr/>
          </p:nvSpPr>
          <p:spPr>
            <a:xfrm>
              <a:off x="14808489" y="2933700"/>
              <a:ext cx="633983" cy="818800"/>
            </a:xfrm>
            <a:custGeom>
              <a:avLst/>
              <a:gdLst/>
              <a:ahLst/>
              <a:cxnLst/>
              <a:rect l="l" t="t" r="r" b="b"/>
              <a:pathLst>
                <a:path w="290725" h="332257">
                  <a:moveTo>
                    <a:pt x="249193" y="62298"/>
                  </a:moveTo>
                  <a:lnTo>
                    <a:pt x="249193" y="145363"/>
                  </a:lnTo>
                  <a:lnTo>
                    <a:pt x="166129" y="145363"/>
                  </a:lnTo>
                  <a:lnTo>
                    <a:pt x="166129" y="62298"/>
                  </a:lnTo>
                  <a:lnTo>
                    <a:pt x="249193" y="62298"/>
                  </a:lnTo>
                  <a:close/>
                  <a:moveTo>
                    <a:pt x="249193" y="186895"/>
                  </a:moveTo>
                  <a:lnTo>
                    <a:pt x="249193" y="269959"/>
                  </a:lnTo>
                  <a:lnTo>
                    <a:pt x="166129" y="269959"/>
                  </a:lnTo>
                  <a:lnTo>
                    <a:pt x="166129" y="186895"/>
                  </a:lnTo>
                  <a:lnTo>
                    <a:pt x="249193" y="186895"/>
                  </a:lnTo>
                  <a:close/>
                  <a:moveTo>
                    <a:pt x="124597" y="145363"/>
                  </a:moveTo>
                  <a:lnTo>
                    <a:pt x="41532" y="145363"/>
                  </a:lnTo>
                  <a:lnTo>
                    <a:pt x="41532" y="62298"/>
                  </a:lnTo>
                  <a:lnTo>
                    <a:pt x="124597" y="62298"/>
                  </a:lnTo>
                  <a:lnTo>
                    <a:pt x="124597" y="145363"/>
                  </a:lnTo>
                  <a:close/>
                  <a:moveTo>
                    <a:pt x="41532" y="186895"/>
                  </a:moveTo>
                  <a:lnTo>
                    <a:pt x="124597" y="186895"/>
                  </a:lnTo>
                  <a:lnTo>
                    <a:pt x="124597" y="269959"/>
                  </a:lnTo>
                  <a:lnTo>
                    <a:pt x="41532" y="269959"/>
                  </a:lnTo>
                  <a:lnTo>
                    <a:pt x="41532" y="186895"/>
                  </a:lnTo>
                  <a:close/>
                  <a:moveTo>
                    <a:pt x="41532" y="20766"/>
                  </a:moveTo>
                  <a:cubicBezTo>
                    <a:pt x="18625" y="20766"/>
                    <a:pt x="0" y="39391"/>
                    <a:pt x="0" y="62298"/>
                  </a:cubicBezTo>
                  <a:lnTo>
                    <a:pt x="0" y="269959"/>
                  </a:lnTo>
                  <a:cubicBezTo>
                    <a:pt x="0" y="292867"/>
                    <a:pt x="18625" y="311491"/>
                    <a:pt x="41532" y="311491"/>
                  </a:cubicBezTo>
                  <a:lnTo>
                    <a:pt x="249193" y="311491"/>
                  </a:lnTo>
                  <a:cubicBezTo>
                    <a:pt x="272101" y="311491"/>
                    <a:pt x="290725" y="292867"/>
                    <a:pt x="290725" y="269959"/>
                  </a:cubicBezTo>
                  <a:lnTo>
                    <a:pt x="290725" y="62298"/>
                  </a:lnTo>
                  <a:cubicBezTo>
                    <a:pt x="290725" y="39391"/>
                    <a:pt x="272101" y="20766"/>
                    <a:pt x="249193" y="20766"/>
                  </a:cubicBezTo>
                  <a:lnTo>
                    <a:pt x="41532" y="20766"/>
                  </a:ln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563C7EB-5A17-3529-886A-01FB6A11584E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2" name="object 3">
              <a:extLst>
                <a:ext uri="{FF2B5EF4-FFF2-40B4-BE49-F238E27FC236}">
                  <a16:creationId xmlns:a16="http://schemas.microsoft.com/office/drawing/2014/main" id="{6EC5CC19-C14F-0A4A-62F0-F551E70E735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49" name="object 4">
                <a:extLst>
                  <a:ext uri="{FF2B5EF4-FFF2-40B4-BE49-F238E27FC236}">
                    <a16:creationId xmlns:a16="http://schemas.microsoft.com/office/drawing/2014/main" id="{B5610866-596C-029C-543B-42EB4507B614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52" name="object 5">
                <a:extLst>
                  <a:ext uri="{FF2B5EF4-FFF2-40B4-BE49-F238E27FC236}">
                    <a16:creationId xmlns:a16="http://schemas.microsoft.com/office/drawing/2014/main" id="{015BDF68-FCFB-FF59-7656-ACC60545D2F5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53" name="object 6">
                <a:extLst>
                  <a:ext uri="{FF2B5EF4-FFF2-40B4-BE49-F238E27FC236}">
                    <a16:creationId xmlns:a16="http://schemas.microsoft.com/office/drawing/2014/main" id="{286217DD-7046-01A8-29FF-C7034DA2E9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7">
                <a:extLst>
                  <a:ext uri="{FF2B5EF4-FFF2-40B4-BE49-F238E27FC236}">
                    <a16:creationId xmlns:a16="http://schemas.microsoft.com/office/drawing/2014/main" id="{7FEB8384-2580-3BED-9330-4CA16A6213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5" name="object 8">
                <a:extLst>
                  <a:ext uri="{FF2B5EF4-FFF2-40B4-BE49-F238E27FC236}">
                    <a16:creationId xmlns:a16="http://schemas.microsoft.com/office/drawing/2014/main" id="{F88705D7-BA70-EBBC-AF87-8FFC8398321B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56" name="object 9">
                <a:extLst>
                  <a:ext uri="{FF2B5EF4-FFF2-40B4-BE49-F238E27FC236}">
                    <a16:creationId xmlns:a16="http://schemas.microsoft.com/office/drawing/2014/main" id="{69E66AD6-BBAB-22D5-1D9B-9250025572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7" name="object 10">
                <a:extLst>
                  <a:ext uri="{FF2B5EF4-FFF2-40B4-BE49-F238E27FC236}">
                    <a16:creationId xmlns:a16="http://schemas.microsoft.com/office/drawing/2014/main" id="{DB5F7EEB-37DD-6A9A-F53C-DDF452EB7B03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58" name="object 11">
                <a:extLst>
                  <a:ext uri="{FF2B5EF4-FFF2-40B4-BE49-F238E27FC236}">
                    <a16:creationId xmlns:a16="http://schemas.microsoft.com/office/drawing/2014/main" id="{96BAEB7F-8E9B-922A-17EE-CF46E8662A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2">
                <a:extLst>
                  <a:ext uri="{FF2B5EF4-FFF2-40B4-BE49-F238E27FC236}">
                    <a16:creationId xmlns:a16="http://schemas.microsoft.com/office/drawing/2014/main" id="{55E29248-4648-D257-BA0B-09C35A2832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0" name="object 13">
                <a:extLst>
                  <a:ext uri="{FF2B5EF4-FFF2-40B4-BE49-F238E27FC236}">
                    <a16:creationId xmlns:a16="http://schemas.microsoft.com/office/drawing/2014/main" id="{75263BDA-1D19-87B4-D4A0-EF3F23C9436A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61" name="object 14">
                <a:extLst>
                  <a:ext uri="{FF2B5EF4-FFF2-40B4-BE49-F238E27FC236}">
                    <a16:creationId xmlns:a16="http://schemas.microsoft.com/office/drawing/2014/main" id="{0A6199DD-38D7-FD36-0B7E-FC7C02E2BBFD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33" name="object 15">
              <a:extLst>
                <a:ext uri="{FF2B5EF4-FFF2-40B4-BE49-F238E27FC236}">
                  <a16:creationId xmlns:a16="http://schemas.microsoft.com/office/drawing/2014/main" id="{9C088382-DBD9-9346-E1FC-6020B66A78AC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4" name="object 16">
              <a:extLst>
                <a:ext uri="{FF2B5EF4-FFF2-40B4-BE49-F238E27FC236}">
                  <a16:creationId xmlns:a16="http://schemas.microsoft.com/office/drawing/2014/main" id="{072720D5-0BDB-FC4E-D9CE-88CB268C7641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5" name="object 17">
              <a:extLst>
                <a:ext uri="{FF2B5EF4-FFF2-40B4-BE49-F238E27FC236}">
                  <a16:creationId xmlns:a16="http://schemas.microsoft.com/office/drawing/2014/main" id="{FF4389B3-8A08-6C77-DBF7-AF513B10F0C8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7" name="object 18">
              <a:extLst>
                <a:ext uri="{FF2B5EF4-FFF2-40B4-BE49-F238E27FC236}">
                  <a16:creationId xmlns:a16="http://schemas.microsoft.com/office/drawing/2014/main" id="{B5475A12-834D-1902-93D8-208EFD3B8CE0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8" name="object 19">
              <a:extLst>
                <a:ext uri="{FF2B5EF4-FFF2-40B4-BE49-F238E27FC236}">
                  <a16:creationId xmlns:a16="http://schemas.microsoft.com/office/drawing/2014/main" id="{FC37AFA6-78EF-2398-89F5-B26AB48128F1}"/>
                </a:ext>
              </a:extLst>
            </p:cNvPr>
            <p:cNvPicPr>
              <a:picLocks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9" name="object 20">
              <a:extLst>
                <a:ext uri="{FF2B5EF4-FFF2-40B4-BE49-F238E27FC236}">
                  <a16:creationId xmlns:a16="http://schemas.microsoft.com/office/drawing/2014/main" id="{76CED09A-23C5-CB34-3C73-6ACE0679EBA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40" name="object 21">
                <a:extLst>
                  <a:ext uri="{FF2B5EF4-FFF2-40B4-BE49-F238E27FC236}">
                    <a16:creationId xmlns:a16="http://schemas.microsoft.com/office/drawing/2014/main" id="{12577952-462B-A21F-C1CE-09E5EA9664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2">
                <a:extLst>
                  <a:ext uri="{FF2B5EF4-FFF2-40B4-BE49-F238E27FC236}">
                    <a16:creationId xmlns:a16="http://schemas.microsoft.com/office/drawing/2014/main" id="{975E3F09-FC85-833E-602C-685B1A6FCF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23">
                <a:extLst>
                  <a:ext uri="{FF2B5EF4-FFF2-40B4-BE49-F238E27FC236}">
                    <a16:creationId xmlns:a16="http://schemas.microsoft.com/office/drawing/2014/main" id="{5F08829B-6240-1E8E-D295-34DBB2A91EA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24">
                <a:extLst>
                  <a:ext uri="{FF2B5EF4-FFF2-40B4-BE49-F238E27FC236}">
                    <a16:creationId xmlns:a16="http://schemas.microsoft.com/office/drawing/2014/main" id="{89A1A558-50CB-8CD2-300F-D22664FD19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5" name="object 25">
                <a:extLst>
                  <a:ext uri="{FF2B5EF4-FFF2-40B4-BE49-F238E27FC236}">
                    <a16:creationId xmlns:a16="http://schemas.microsoft.com/office/drawing/2014/main" id="{A7B8C89E-72A3-43DB-1334-786C595F99B0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EE44FC95-62CB-D096-1C70-A30C98759A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27">
                <a:extLst>
                  <a:ext uri="{FF2B5EF4-FFF2-40B4-BE49-F238E27FC236}">
                    <a16:creationId xmlns:a16="http://schemas.microsoft.com/office/drawing/2014/main" id="{096913D1-1430-AF5A-6BC9-919D5C24047A}"/>
                  </a:ext>
                </a:extLst>
              </p:cNvPr>
              <p:cNvPicPr>
                <a:picLocks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391439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CFACF93-052C-18C5-B8B9-10E6DDB8DD36}"/>
              </a:ext>
            </a:extLst>
          </p:cNvPr>
          <p:cNvGrpSpPr>
            <a:grpSpLocks/>
          </p:cNvGrpSpPr>
          <p:nvPr/>
        </p:nvGrpSpPr>
        <p:grpSpPr>
          <a:xfrm>
            <a:off x="16687800" y="190525"/>
            <a:ext cx="1371600" cy="1523975"/>
            <a:chOff x="874655" y="438912"/>
            <a:chExt cx="2560320" cy="1687448"/>
          </a:xfrm>
        </p:grpSpPr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56ED9511-9CED-CE52-AB68-504A779F244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20" name="object 4">
                <a:extLst>
                  <a:ext uri="{FF2B5EF4-FFF2-40B4-BE49-F238E27FC236}">
                    <a16:creationId xmlns:a16="http://schemas.microsoft.com/office/drawing/2014/main" id="{88C5C48B-64E3-D849-088E-965418C52397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21" name="object 5">
                <a:extLst>
                  <a:ext uri="{FF2B5EF4-FFF2-40B4-BE49-F238E27FC236}">
                    <a16:creationId xmlns:a16="http://schemas.microsoft.com/office/drawing/2014/main" id="{32CC3F56-A018-DB1A-73B6-B7E5E02CDD66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22" name="object 6">
                <a:extLst>
                  <a:ext uri="{FF2B5EF4-FFF2-40B4-BE49-F238E27FC236}">
                    <a16:creationId xmlns:a16="http://schemas.microsoft.com/office/drawing/2014/main" id="{E514DD8B-814D-7470-2843-F5DD82F60F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A6F338EB-87E0-D7C0-CF19-60A70B5FA4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8">
                <a:extLst>
                  <a:ext uri="{FF2B5EF4-FFF2-40B4-BE49-F238E27FC236}">
                    <a16:creationId xmlns:a16="http://schemas.microsoft.com/office/drawing/2014/main" id="{08F3AA53-A804-F3D8-12B7-F1A0C73F70B3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25" name="object 9">
                <a:extLst>
                  <a:ext uri="{FF2B5EF4-FFF2-40B4-BE49-F238E27FC236}">
                    <a16:creationId xmlns:a16="http://schemas.microsoft.com/office/drawing/2014/main" id="{4CA3DB70-B210-2A26-E6CB-289B00D21D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10">
                <a:extLst>
                  <a:ext uri="{FF2B5EF4-FFF2-40B4-BE49-F238E27FC236}">
                    <a16:creationId xmlns:a16="http://schemas.microsoft.com/office/drawing/2014/main" id="{3CB6A8C7-1BEF-C9FB-41F6-4145084394C3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9C8A74EE-3F66-FED1-4CEB-29603E8585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2">
                <a:extLst>
                  <a:ext uri="{FF2B5EF4-FFF2-40B4-BE49-F238E27FC236}">
                    <a16:creationId xmlns:a16="http://schemas.microsoft.com/office/drawing/2014/main" id="{AF0941A3-5B08-A0DA-8213-1C263DED32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9" name="object 13">
                <a:extLst>
                  <a:ext uri="{FF2B5EF4-FFF2-40B4-BE49-F238E27FC236}">
                    <a16:creationId xmlns:a16="http://schemas.microsoft.com/office/drawing/2014/main" id="{F7170E33-F842-4A2B-CABE-C36ACA1608B9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30" name="object 14">
                <a:extLst>
                  <a:ext uri="{FF2B5EF4-FFF2-40B4-BE49-F238E27FC236}">
                    <a16:creationId xmlns:a16="http://schemas.microsoft.com/office/drawing/2014/main" id="{55A0E8D9-2E91-E65A-9396-4F92CF1CBCE4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7" name="object 15">
              <a:extLst>
                <a:ext uri="{FF2B5EF4-FFF2-40B4-BE49-F238E27FC236}">
                  <a16:creationId xmlns:a16="http://schemas.microsoft.com/office/drawing/2014/main" id="{921B3944-F3BF-6FA3-194A-9586D706B71C}"/>
                </a:ext>
              </a:extLst>
            </p:cNvPr>
            <p:cNvPicPr>
              <a:picLocks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8" name="object 16">
              <a:extLst>
                <a:ext uri="{FF2B5EF4-FFF2-40B4-BE49-F238E27FC236}">
                  <a16:creationId xmlns:a16="http://schemas.microsoft.com/office/drawing/2014/main" id="{C6FCE7AB-5C17-AB10-D334-CC0A579DB477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9" name="object 17">
              <a:extLst>
                <a:ext uri="{FF2B5EF4-FFF2-40B4-BE49-F238E27FC236}">
                  <a16:creationId xmlns:a16="http://schemas.microsoft.com/office/drawing/2014/main" id="{AA9492BA-25A2-3D21-D656-5CDC19878124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10" name="object 18">
              <a:extLst>
                <a:ext uri="{FF2B5EF4-FFF2-40B4-BE49-F238E27FC236}">
                  <a16:creationId xmlns:a16="http://schemas.microsoft.com/office/drawing/2014/main" id="{95F33DF7-B0F6-A428-7052-75ED55800E06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F4AF7584-DED1-AB9B-187D-198535DD621A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12" name="object 20">
              <a:extLst>
                <a:ext uri="{FF2B5EF4-FFF2-40B4-BE49-F238E27FC236}">
                  <a16:creationId xmlns:a16="http://schemas.microsoft.com/office/drawing/2014/main" id="{2ED11A92-F3FC-31AA-BC35-BDD87148569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13" name="object 21">
                <a:extLst>
                  <a:ext uri="{FF2B5EF4-FFF2-40B4-BE49-F238E27FC236}">
                    <a16:creationId xmlns:a16="http://schemas.microsoft.com/office/drawing/2014/main" id="{C1B47413-C026-284E-0BC5-15282AFC58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2">
                <a:extLst>
                  <a:ext uri="{FF2B5EF4-FFF2-40B4-BE49-F238E27FC236}">
                    <a16:creationId xmlns:a16="http://schemas.microsoft.com/office/drawing/2014/main" id="{1AA0DE5F-F79F-6881-53DF-EE0DB3D61B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23">
                <a:extLst>
                  <a:ext uri="{FF2B5EF4-FFF2-40B4-BE49-F238E27FC236}">
                    <a16:creationId xmlns:a16="http://schemas.microsoft.com/office/drawing/2014/main" id="{4AD57600-53F2-EDBE-4AE1-620722F160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4">
                <a:extLst>
                  <a:ext uri="{FF2B5EF4-FFF2-40B4-BE49-F238E27FC236}">
                    <a16:creationId xmlns:a16="http://schemas.microsoft.com/office/drawing/2014/main" id="{9BE31F1B-6A89-2B63-48F6-13663366EB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25">
                <a:extLst>
                  <a:ext uri="{FF2B5EF4-FFF2-40B4-BE49-F238E27FC236}">
                    <a16:creationId xmlns:a16="http://schemas.microsoft.com/office/drawing/2014/main" id="{604AFF5F-CCE8-F40A-4DDC-0CD13609AC65}"/>
                  </a:ext>
                </a:extLst>
              </p:cNvPr>
              <p:cNvPicPr>
                <a:picLocks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CBBAF64B-3AD3-30DD-756B-ABBF869228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27">
                <a:extLst>
                  <a:ext uri="{FF2B5EF4-FFF2-40B4-BE49-F238E27FC236}">
                    <a16:creationId xmlns:a16="http://schemas.microsoft.com/office/drawing/2014/main" id="{71848E35-3AAD-1207-D6A6-8D92A7DDEF0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7E1F003-BB97-1FE3-26CD-5ADE297A5B76}"/>
              </a:ext>
            </a:extLst>
          </p:cNvPr>
          <p:cNvSpPr txBox="1"/>
          <p:nvPr/>
        </p:nvSpPr>
        <p:spPr>
          <a:xfrm>
            <a:off x="549941" y="577616"/>
            <a:ext cx="17250520" cy="1323439"/>
          </a:xfrm>
          <a:prstGeom prst="rect">
            <a:avLst/>
          </a:prstGeom>
          <a:noFill/>
          <a:ln w="47625">
            <a:noFill/>
          </a:ln>
        </p:spPr>
        <p:txBody>
          <a:bodyPr wrap="square" lIns="90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5592"/>
                </a:solidFill>
              </a:rPr>
              <a:t>SITE SAFETY PARK</a:t>
            </a:r>
            <a:endParaRPr lang="en-IN" sz="8000" b="1" dirty="0">
              <a:solidFill>
                <a:srgbClr val="005592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05A8DC-2AEC-A997-79AB-AED1CF54BFFB}"/>
              </a:ext>
            </a:extLst>
          </p:cNvPr>
          <p:cNvGrpSpPr/>
          <p:nvPr/>
        </p:nvGrpSpPr>
        <p:grpSpPr>
          <a:xfrm>
            <a:off x="116719" y="2471636"/>
            <a:ext cx="6071728" cy="7122025"/>
            <a:chOff x="-21013" y="668222"/>
            <a:chExt cx="6071728" cy="712202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E0886FB-01F4-DDAB-5FC1-2C64D1D2CD1B}"/>
                </a:ext>
              </a:extLst>
            </p:cNvPr>
            <p:cNvGrpSpPr/>
            <p:nvPr/>
          </p:nvGrpSpPr>
          <p:grpSpPr>
            <a:xfrm>
              <a:off x="-21013" y="668222"/>
              <a:ext cx="6071728" cy="7122025"/>
              <a:chOff x="381001" y="2343150"/>
              <a:chExt cx="3495674" cy="3924300"/>
            </a:xfrm>
          </p:grpSpPr>
          <p:sp>
            <p:nvSpPr>
              <p:cNvPr id="32" name="Shape 5">
                <a:extLst>
                  <a:ext uri="{FF2B5EF4-FFF2-40B4-BE49-F238E27FC236}">
                    <a16:creationId xmlns:a16="http://schemas.microsoft.com/office/drawing/2014/main" id="{8F4438FB-6572-FDA3-4F9A-1DCAA16444D9}"/>
                  </a:ext>
                </a:extLst>
              </p:cNvPr>
              <p:cNvSpPr/>
              <p:nvPr/>
            </p:nvSpPr>
            <p:spPr>
              <a:xfrm>
                <a:off x="391428" y="2343150"/>
                <a:ext cx="3342372" cy="392430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3924300">
                    <a:moveTo>
                      <a:pt x="38100" y="0"/>
                    </a:moveTo>
                    <a:lnTo>
                      <a:pt x="3619500" y="0"/>
                    </a:lnTo>
                    <a:cubicBezTo>
                      <a:pt x="3640528" y="0"/>
                      <a:pt x="3657600" y="17072"/>
                      <a:pt x="3657600" y="38100"/>
                    </a:cubicBezTo>
                    <a:lnTo>
                      <a:pt x="3657600" y="3771888"/>
                    </a:lnTo>
                    <a:cubicBezTo>
                      <a:pt x="3657600" y="3856063"/>
                      <a:pt x="3589363" y="3924300"/>
                      <a:pt x="3505188" y="3924300"/>
                    </a:cubicBezTo>
                    <a:lnTo>
                      <a:pt x="152412" y="3924300"/>
                    </a:lnTo>
                    <a:cubicBezTo>
                      <a:pt x="68237" y="3924300"/>
                      <a:pt x="0" y="3856063"/>
                      <a:pt x="0" y="3771888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FF0000">
                  <a:alpha val="60000"/>
                </a:srgbClr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4" name="Shape 6">
                <a:extLst>
                  <a:ext uri="{FF2B5EF4-FFF2-40B4-BE49-F238E27FC236}">
                    <a16:creationId xmlns:a16="http://schemas.microsoft.com/office/drawing/2014/main" id="{54270C51-DD54-BF65-A1E3-8F541F034F11}"/>
                  </a:ext>
                </a:extLst>
              </p:cNvPr>
              <p:cNvSpPr/>
              <p:nvPr/>
            </p:nvSpPr>
            <p:spPr>
              <a:xfrm>
                <a:off x="381001" y="2343150"/>
                <a:ext cx="3342372" cy="45606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38100">
                    <a:moveTo>
                      <a:pt x="38100" y="0"/>
                    </a:moveTo>
                    <a:lnTo>
                      <a:pt x="3619500" y="0"/>
                    </a:lnTo>
                    <a:cubicBezTo>
                      <a:pt x="3640528" y="0"/>
                      <a:pt x="3657600" y="17072"/>
                      <a:pt x="3657600" y="38100"/>
                    </a:cubicBezTo>
                    <a:lnTo>
                      <a:pt x="3657600" y="38100"/>
                    </a:lnTo>
                    <a:lnTo>
                      <a:pt x="0" y="38100"/>
                    </a:ln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E53E3E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Shape 7">
                <a:extLst>
                  <a:ext uri="{FF2B5EF4-FFF2-40B4-BE49-F238E27FC236}">
                    <a16:creationId xmlns:a16="http://schemas.microsoft.com/office/drawing/2014/main" id="{FBD9A468-F700-FE25-3EDE-A78C6FA2EDF9}"/>
                  </a:ext>
                </a:extLst>
              </p:cNvPr>
              <p:cNvSpPr/>
              <p:nvPr/>
            </p:nvSpPr>
            <p:spPr>
              <a:xfrm>
                <a:off x="685800" y="266700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381000" y="0"/>
                    </a:moveTo>
                    <a:lnTo>
                      <a:pt x="381000" y="0"/>
                    </a:lnTo>
                    <a:cubicBezTo>
                      <a:pt x="591280" y="0"/>
                      <a:pt x="762000" y="170720"/>
                      <a:pt x="762000" y="381000"/>
                    </a:cubicBezTo>
                    <a:lnTo>
                      <a:pt x="762000" y="381000"/>
                    </a:lnTo>
                    <a:cubicBezTo>
                      <a:pt x="762000" y="591280"/>
                      <a:pt x="591280" y="762000"/>
                      <a:pt x="381000" y="762000"/>
                    </a:cubicBezTo>
                    <a:lnTo>
                      <a:pt x="381000" y="762000"/>
                    </a:lnTo>
                    <a:cubicBezTo>
                      <a:pt x="170720" y="762000"/>
                      <a:pt x="0" y="591280"/>
                      <a:pt x="0" y="381000"/>
                    </a:cubicBezTo>
                    <a:lnTo>
                      <a:pt x="0" y="381000"/>
                    </a:lnTo>
                    <a:cubicBezTo>
                      <a:pt x="0" y="170720"/>
                      <a:pt x="170720" y="0"/>
                      <a:pt x="381000" y="0"/>
                    </a:cubicBezTo>
                    <a:close/>
                  </a:path>
                </a:pathLst>
              </a:custGeom>
              <a:solidFill>
                <a:srgbClr val="E53E3E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Shape 8">
                <a:extLst>
                  <a:ext uri="{FF2B5EF4-FFF2-40B4-BE49-F238E27FC236}">
                    <a16:creationId xmlns:a16="http://schemas.microsoft.com/office/drawing/2014/main" id="{2C83DFDF-FC31-197B-97F5-5152EDE0A01A}"/>
                  </a:ext>
                </a:extLst>
              </p:cNvPr>
              <p:cNvSpPr/>
              <p:nvPr/>
            </p:nvSpPr>
            <p:spPr>
              <a:xfrm>
                <a:off x="873919" y="2876550"/>
                <a:ext cx="385763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85763" h="342900">
                    <a:moveTo>
                      <a:pt x="32147" y="131132"/>
                    </a:moveTo>
                    <a:lnTo>
                      <a:pt x="172254" y="188796"/>
                    </a:lnTo>
                    <a:cubicBezTo>
                      <a:pt x="178817" y="191475"/>
                      <a:pt x="185782" y="192881"/>
                      <a:pt x="192881" y="192881"/>
                    </a:cubicBezTo>
                    <a:cubicBezTo>
                      <a:pt x="199980" y="192881"/>
                      <a:pt x="206946" y="191475"/>
                      <a:pt x="213509" y="188796"/>
                    </a:cubicBezTo>
                    <a:lnTo>
                      <a:pt x="375851" y="121957"/>
                    </a:lnTo>
                    <a:cubicBezTo>
                      <a:pt x="381878" y="119479"/>
                      <a:pt x="385763" y="113653"/>
                      <a:pt x="385763" y="107156"/>
                    </a:cubicBezTo>
                    <a:cubicBezTo>
                      <a:pt x="385763" y="100660"/>
                      <a:pt x="381878" y="94833"/>
                      <a:pt x="375851" y="92355"/>
                    </a:cubicBezTo>
                    <a:lnTo>
                      <a:pt x="213509" y="25517"/>
                    </a:lnTo>
                    <a:cubicBezTo>
                      <a:pt x="206946" y="22838"/>
                      <a:pt x="199980" y="21431"/>
                      <a:pt x="192881" y="21431"/>
                    </a:cubicBezTo>
                    <a:cubicBezTo>
                      <a:pt x="185782" y="21431"/>
                      <a:pt x="178817" y="22838"/>
                      <a:pt x="172254" y="25517"/>
                    </a:cubicBezTo>
                    <a:lnTo>
                      <a:pt x="9912" y="92355"/>
                    </a:lnTo>
                    <a:cubicBezTo>
                      <a:pt x="3884" y="94833"/>
                      <a:pt x="0" y="100660"/>
                      <a:pt x="0" y="107156"/>
                    </a:cubicBezTo>
                    <a:lnTo>
                      <a:pt x="0" y="305395"/>
                    </a:lnTo>
                    <a:cubicBezTo>
                      <a:pt x="0" y="314303"/>
                      <a:pt x="7166" y="321469"/>
                      <a:pt x="16073" y="321469"/>
                    </a:cubicBezTo>
                    <a:cubicBezTo>
                      <a:pt x="24981" y="321469"/>
                      <a:pt x="32147" y="314303"/>
                      <a:pt x="32147" y="305395"/>
                    </a:cubicBezTo>
                    <a:lnTo>
                      <a:pt x="32147" y="131132"/>
                    </a:lnTo>
                    <a:close/>
                    <a:moveTo>
                      <a:pt x="64294" y="179152"/>
                    </a:moveTo>
                    <a:lnTo>
                      <a:pt x="64294" y="257175"/>
                    </a:lnTo>
                    <a:cubicBezTo>
                      <a:pt x="64294" y="292671"/>
                      <a:pt x="121890" y="321469"/>
                      <a:pt x="192881" y="321469"/>
                    </a:cubicBezTo>
                    <a:cubicBezTo>
                      <a:pt x="263872" y="321469"/>
                      <a:pt x="321469" y="292671"/>
                      <a:pt x="321469" y="257175"/>
                    </a:cubicBezTo>
                    <a:lnTo>
                      <a:pt x="321469" y="179085"/>
                    </a:lnTo>
                    <a:lnTo>
                      <a:pt x="225765" y="218532"/>
                    </a:lnTo>
                    <a:cubicBezTo>
                      <a:pt x="215317" y="222818"/>
                      <a:pt x="204200" y="225028"/>
                      <a:pt x="192881" y="225028"/>
                    </a:cubicBezTo>
                    <a:cubicBezTo>
                      <a:pt x="181563" y="225028"/>
                      <a:pt x="170445" y="222818"/>
                      <a:pt x="159998" y="218532"/>
                    </a:cubicBezTo>
                    <a:lnTo>
                      <a:pt x="64294" y="179085"/>
                    </a:lnTo>
                    <a:close/>
                  </a:path>
                </a:pathLst>
              </a:cu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Text 9">
                <a:extLst>
                  <a:ext uri="{FF2B5EF4-FFF2-40B4-BE49-F238E27FC236}">
                    <a16:creationId xmlns:a16="http://schemas.microsoft.com/office/drawing/2014/main" id="{9AD1B29B-7A27-A66F-C55E-72B7B159F752}"/>
                  </a:ext>
                </a:extLst>
              </p:cNvPr>
              <p:cNvSpPr/>
              <p:nvPr/>
            </p:nvSpPr>
            <p:spPr>
              <a:xfrm>
                <a:off x="685800" y="3657600"/>
                <a:ext cx="3190875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3000" b="1" dirty="0">
                    <a:ea typeface="Liter" pitchFamily="34" charset="-122"/>
                    <a:cs typeface="Liter" pitchFamily="34" charset="-120"/>
                  </a:rPr>
                  <a:t>Hands-On Training</a:t>
                </a:r>
                <a:endParaRPr lang="en-US" sz="3000" dirty="0"/>
              </a:p>
            </p:txBody>
          </p:sp>
          <p:sp>
            <p:nvSpPr>
              <p:cNvPr id="43" name="Text 10">
                <a:extLst>
                  <a:ext uri="{FF2B5EF4-FFF2-40B4-BE49-F238E27FC236}">
                    <a16:creationId xmlns:a16="http://schemas.microsoft.com/office/drawing/2014/main" id="{EADDA872-CBB7-09EA-FEEA-8BD0142AA0ED}"/>
                  </a:ext>
                </a:extLst>
              </p:cNvPr>
              <p:cNvSpPr/>
              <p:nvPr/>
            </p:nvSpPr>
            <p:spPr>
              <a:xfrm>
                <a:off x="685800" y="4003393"/>
                <a:ext cx="2776261" cy="12734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2500" dirty="0">
                    <a:ea typeface="Quattrocento Sans" pitchFamily="34" charset="-122"/>
                    <a:cs typeface="Quattrocento Sans" pitchFamily="34" charset="-120"/>
                  </a:rPr>
                  <a:t>Practical demonstrations of proper PPE usage, equipment handling, and emergency procedures in controlled environment.</a:t>
                </a:r>
                <a:endParaRPr lang="en-US" sz="2500" dirty="0"/>
              </a:p>
            </p:txBody>
          </p:sp>
          <p:sp>
            <p:nvSpPr>
              <p:cNvPr id="44" name="Shape 11">
                <a:extLst>
                  <a:ext uri="{FF2B5EF4-FFF2-40B4-BE49-F238E27FC236}">
                    <a16:creationId xmlns:a16="http://schemas.microsoft.com/office/drawing/2014/main" id="{4F8B5500-7361-65D8-7F6A-620F8D7B6B65}"/>
                  </a:ext>
                </a:extLst>
              </p:cNvPr>
              <p:cNvSpPr/>
              <p:nvPr/>
            </p:nvSpPr>
            <p:spPr>
              <a:xfrm>
                <a:off x="685800" y="5499735"/>
                <a:ext cx="3048000" cy="762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762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7620"/>
                    </a:lnTo>
                    <a:lnTo>
                      <a:pt x="0" y="76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7FAFC">
                  <a:alpha val="20000"/>
                </a:srgbClr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Text 12">
                <a:extLst>
                  <a:ext uri="{FF2B5EF4-FFF2-40B4-BE49-F238E27FC236}">
                    <a16:creationId xmlns:a16="http://schemas.microsoft.com/office/drawing/2014/main" id="{7127D88F-ADF2-8264-AB52-4A3453EAF698}"/>
                  </a:ext>
                </a:extLst>
              </p:cNvPr>
              <p:cNvSpPr/>
              <p:nvPr/>
            </p:nvSpPr>
            <p:spPr>
              <a:xfrm>
                <a:off x="685800" y="5499735"/>
                <a:ext cx="31242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2000" dirty="0">
                    <a:solidFill>
                      <a:schemeClr val="tx2"/>
                    </a:solidFill>
                    <a:ea typeface="Hedvig Letters Sans" pitchFamily="34" charset="-122"/>
                    <a:cs typeface="Hedvig Letters Sans" pitchFamily="34" charset="-120"/>
                  </a:rPr>
                  <a:t>Interactive Learning</a:t>
                </a:r>
                <a:endParaRPr lang="en-US" sz="2000" dirty="0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3269B1C-7285-31C9-623C-378A54863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399" y="6396958"/>
              <a:ext cx="4822162" cy="13829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98B6B9A-099F-0DC1-52DC-FA291FD2328D}"/>
              </a:ext>
            </a:extLst>
          </p:cNvPr>
          <p:cNvGrpSpPr/>
          <p:nvPr/>
        </p:nvGrpSpPr>
        <p:grpSpPr>
          <a:xfrm>
            <a:off x="6315785" y="2447277"/>
            <a:ext cx="5652706" cy="7231963"/>
            <a:chOff x="9346041" y="975323"/>
            <a:chExt cx="6003353" cy="723196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86B15AD-A7BB-A179-FCCF-F45B2ACB7D65}"/>
                </a:ext>
              </a:extLst>
            </p:cNvPr>
            <p:cNvCxnSpPr>
              <a:cxnSpLocks/>
            </p:cNvCxnSpPr>
            <p:nvPr/>
          </p:nvCxnSpPr>
          <p:spPr>
            <a:xfrm>
              <a:off x="9845627" y="6862758"/>
              <a:ext cx="4979113" cy="41275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7A7BA83-60BF-CD8A-FF68-69D7C4F85AAF}"/>
                </a:ext>
              </a:extLst>
            </p:cNvPr>
            <p:cNvGrpSpPr/>
            <p:nvPr/>
          </p:nvGrpSpPr>
          <p:grpSpPr>
            <a:xfrm>
              <a:off x="9346041" y="975323"/>
              <a:ext cx="6003353" cy="7231963"/>
              <a:chOff x="4267200" y="2317423"/>
              <a:chExt cx="3662676" cy="3950027"/>
            </a:xfrm>
          </p:grpSpPr>
          <p:sp>
            <p:nvSpPr>
              <p:cNvPr id="51" name="Shape 13">
                <a:extLst>
                  <a:ext uri="{FF2B5EF4-FFF2-40B4-BE49-F238E27FC236}">
                    <a16:creationId xmlns:a16="http://schemas.microsoft.com/office/drawing/2014/main" id="{317BFE07-A902-EC1A-28CF-F010CCAE5349}"/>
                  </a:ext>
                </a:extLst>
              </p:cNvPr>
              <p:cNvSpPr/>
              <p:nvPr/>
            </p:nvSpPr>
            <p:spPr>
              <a:xfrm>
                <a:off x="4267200" y="2317423"/>
                <a:ext cx="3657600" cy="392430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3924300">
                    <a:moveTo>
                      <a:pt x="38100" y="0"/>
                    </a:moveTo>
                    <a:lnTo>
                      <a:pt x="3619500" y="0"/>
                    </a:lnTo>
                    <a:cubicBezTo>
                      <a:pt x="3640528" y="0"/>
                      <a:pt x="3657600" y="17072"/>
                      <a:pt x="3657600" y="38100"/>
                    </a:cubicBezTo>
                    <a:lnTo>
                      <a:pt x="3657600" y="3771888"/>
                    </a:lnTo>
                    <a:cubicBezTo>
                      <a:pt x="3657600" y="3856063"/>
                      <a:pt x="3589363" y="3924300"/>
                      <a:pt x="3505188" y="3924300"/>
                    </a:cubicBezTo>
                    <a:lnTo>
                      <a:pt x="152412" y="3924300"/>
                    </a:lnTo>
                    <a:cubicBezTo>
                      <a:pt x="68237" y="3924300"/>
                      <a:pt x="0" y="3856063"/>
                      <a:pt x="0" y="3771888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ECC94B">
                      <a:alpha val="20000"/>
                    </a:srgbClr>
                  </a:gs>
                  <a:gs pos="100000">
                    <a:srgbClr val="ECC94B">
                      <a:alpha val="5000"/>
                    </a:srgbClr>
                  </a:gs>
                </a:gsLst>
                <a:lin ang="2700000" scaled="1"/>
              </a:gradFill>
              <a:ln/>
            </p:spPr>
            <p:txBody>
              <a:bodyPr/>
              <a:lstStyle/>
              <a:p>
                <a:endParaRPr lang="en-IN" dirty="0">
                  <a:latin typeface="+mj-lt"/>
                </a:endParaRPr>
              </a:p>
            </p:txBody>
          </p:sp>
          <p:sp>
            <p:nvSpPr>
              <p:cNvPr id="52" name="Shape 14">
                <a:extLst>
                  <a:ext uri="{FF2B5EF4-FFF2-40B4-BE49-F238E27FC236}">
                    <a16:creationId xmlns:a16="http://schemas.microsoft.com/office/drawing/2014/main" id="{6FDE9A03-365C-8FDC-520D-E42DD9494AA4}"/>
                  </a:ext>
                </a:extLst>
              </p:cNvPr>
              <p:cNvSpPr/>
              <p:nvPr/>
            </p:nvSpPr>
            <p:spPr>
              <a:xfrm>
                <a:off x="4267200" y="2343150"/>
                <a:ext cx="36576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38100">
                    <a:moveTo>
                      <a:pt x="38100" y="0"/>
                    </a:moveTo>
                    <a:lnTo>
                      <a:pt x="3619500" y="0"/>
                    </a:lnTo>
                    <a:cubicBezTo>
                      <a:pt x="3640528" y="0"/>
                      <a:pt x="3657600" y="17072"/>
                      <a:pt x="3657600" y="38100"/>
                    </a:cubicBezTo>
                    <a:lnTo>
                      <a:pt x="3657600" y="38100"/>
                    </a:lnTo>
                    <a:lnTo>
                      <a:pt x="0" y="38100"/>
                    </a:ln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solidFill>
                <a:srgbClr val="ECC94B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3" name="Shape 15">
                <a:extLst>
                  <a:ext uri="{FF2B5EF4-FFF2-40B4-BE49-F238E27FC236}">
                    <a16:creationId xmlns:a16="http://schemas.microsoft.com/office/drawing/2014/main" id="{570B66F9-E806-6334-2B88-0568C20038C8}"/>
                  </a:ext>
                </a:extLst>
              </p:cNvPr>
              <p:cNvSpPr/>
              <p:nvPr/>
            </p:nvSpPr>
            <p:spPr>
              <a:xfrm>
                <a:off x="4572000" y="266700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381000" y="0"/>
                    </a:moveTo>
                    <a:lnTo>
                      <a:pt x="381000" y="0"/>
                    </a:lnTo>
                    <a:cubicBezTo>
                      <a:pt x="591280" y="0"/>
                      <a:pt x="762000" y="170720"/>
                      <a:pt x="762000" y="381000"/>
                    </a:cubicBezTo>
                    <a:lnTo>
                      <a:pt x="762000" y="381000"/>
                    </a:lnTo>
                    <a:cubicBezTo>
                      <a:pt x="762000" y="591280"/>
                      <a:pt x="591280" y="762000"/>
                      <a:pt x="381000" y="762000"/>
                    </a:cubicBezTo>
                    <a:lnTo>
                      <a:pt x="381000" y="762000"/>
                    </a:lnTo>
                    <a:cubicBezTo>
                      <a:pt x="170720" y="762000"/>
                      <a:pt x="0" y="591280"/>
                      <a:pt x="0" y="381000"/>
                    </a:cubicBezTo>
                    <a:lnTo>
                      <a:pt x="0" y="381000"/>
                    </a:lnTo>
                    <a:cubicBezTo>
                      <a:pt x="0" y="170720"/>
                      <a:pt x="170720" y="0"/>
                      <a:pt x="381000" y="0"/>
                    </a:cubicBezTo>
                    <a:close/>
                  </a:path>
                </a:pathLst>
              </a:custGeom>
              <a:solidFill>
                <a:srgbClr val="ECC94B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4" name="Shape 16">
                <a:extLst>
                  <a:ext uri="{FF2B5EF4-FFF2-40B4-BE49-F238E27FC236}">
                    <a16:creationId xmlns:a16="http://schemas.microsoft.com/office/drawing/2014/main" id="{A33D5F7A-E015-6456-D764-07A57B2F9D31}"/>
                  </a:ext>
                </a:extLst>
              </p:cNvPr>
              <p:cNvSpPr/>
              <p:nvPr/>
            </p:nvSpPr>
            <p:spPr>
              <a:xfrm>
                <a:off x="4760119" y="2876550"/>
                <a:ext cx="385763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85763" h="342900">
                    <a:moveTo>
                      <a:pt x="192881" y="21431"/>
                    </a:moveTo>
                    <a:cubicBezTo>
                      <a:pt x="138767" y="21431"/>
                      <a:pt x="95436" y="46077"/>
                      <a:pt x="63892" y="75411"/>
                    </a:cubicBezTo>
                    <a:cubicBezTo>
                      <a:pt x="32549" y="104544"/>
                      <a:pt x="11586" y="139303"/>
                      <a:pt x="1607" y="163212"/>
                    </a:cubicBezTo>
                    <a:cubicBezTo>
                      <a:pt x="-603" y="168503"/>
                      <a:pt x="-603" y="174397"/>
                      <a:pt x="1607" y="179688"/>
                    </a:cubicBezTo>
                    <a:cubicBezTo>
                      <a:pt x="11586" y="203597"/>
                      <a:pt x="32549" y="238423"/>
                      <a:pt x="63892" y="267489"/>
                    </a:cubicBezTo>
                    <a:cubicBezTo>
                      <a:pt x="95436" y="296756"/>
                      <a:pt x="138767" y="321469"/>
                      <a:pt x="192881" y="321469"/>
                    </a:cubicBezTo>
                    <a:cubicBezTo>
                      <a:pt x="246995" y="321469"/>
                      <a:pt x="290326" y="296823"/>
                      <a:pt x="321871" y="267489"/>
                    </a:cubicBezTo>
                    <a:cubicBezTo>
                      <a:pt x="353214" y="238356"/>
                      <a:pt x="374176" y="203597"/>
                      <a:pt x="384155" y="179688"/>
                    </a:cubicBezTo>
                    <a:cubicBezTo>
                      <a:pt x="386365" y="174397"/>
                      <a:pt x="386365" y="168503"/>
                      <a:pt x="384155" y="163212"/>
                    </a:cubicBezTo>
                    <a:cubicBezTo>
                      <a:pt x="374176" y="139303"/>
                      <a:pt x="353214" y="104477"/>
                      <a:pt x="321871" y="75411"/>
                    </a:cubicBezTo>
                    <a:cubicBezTo>
                      <a:pt x="290326" y="46144"/>
                      <a:pt x="246995" y="21431"/>
                      <a:pt x="192881" y="21431"/>
                    </a:cubicBezTo>
                    <a:close/>
                    <a:moveTo>
                      <a:pt x="96441" y="171450"/>
                    </a:moveTo>
                    <a:cubicBezTo>
                      <a:pt x="96441" y="118223"/>
                      <a:pt x="139654" y="75009"/>
                      <a:pt x="192881" y="75009"/>
                    </a:cubicBezTo>
                    <a:cubicBezTo>
                      <a:pt x="246108" y="75009"/>
                      <a:pt x="289322" y="118223"/>
                      <a:pt x="289322" y="171450"/>
                    </a:cubicBezTo>
                    <a:cubicBezTo>
                      <a:pt x="289322" y="224677"/>
                      <a:pt x="246108" y="267891"/>
                      <a:pt x="192881" y="267891"/>
                    </a:cubicBezTo>
                    <a:cubicBezTo>
                      <a:pt x="139654" y="267891"/>
                      <a:pt x="96441" y="224677"/>
                      <a:pt x="96441" y="171450"/>
                    </a:cubicBezTo>
                    <a:close/>
                    <a:moveTo>
                      <a:pt x="192881" y="128588"/>
                    </a:moveTo>
                    <a:cubicBezTo>
                      <a:pt x="192881" y="152229"/>
                      <a:pt x="173660" y="171450"/>
                      <a:pt x="150019" y="171450"/>
                    </a:cubicBezTo>
                    <a:cubicBezTo>
                      <a:pt x="142317" y="171450"/>
                      <a:pt x="135084" y="169441"/>
                      <a:pt x="128788" y="165824"/>
                    </a:cubicBezTo>
                    <a:cubicBezTo>
                      <a:pt x="128119" y="173124"/>
                      <a:pt x="128721" y="180625"/>
                      <a:pt x="130731" y="188059"/>
                    </a:cubicBezTo>
                    <a:cubicBezTo>
                      <a:pt x="139906" y="222349"/>
                      <a:pt x="175200" y="242709"/>
                      <a:pt x="209490" y="233534"/>
                    </a:cubicBezTo>
                    <a:cubicBezTo>
                      <a:pt x="243780" y="224358"/>
                      <a:pt x="264140" y="189064"/>
                      <a:pt x="254965" y="154774"/>
                    </a:cubicBezTo>
                    <a:cubicBezTo>
                      <a:pt x="246794" y="124167"/>
                      <a:pt x="217795" y="104678"/>
                      <a:pt x="187256" y="107357"/>
                    </a:cubicBezTo>
                    <a:cubicBezTo>
                      <a:pt x="190805" y="113586"/>
                      <a:pt x="192881" y="120819"/>
                      <a:pt x="192881" y="128588"/>
                    </a:cubicBezTo>
                    <a:close/>
                  </a:path>
                </a:pathLst>
              </a:custGeom>
              <a:solidFill>
                <a:srgbClr val="1A202C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5" name="Text 17">
                <a:extLst>
                  <a:ext uri="{FF2B5EF4-FFF2-40B4-BE49-F238E27FC236}">
                    <a16:creationId xmlns:a16="http://schemas.microsoft.com/office/drawing/2014/main" id="{4B22313E-7356-ADB3-F355-A700F6313677}"/>
                  </a:ext>
                </a:extLst>
              </p:cNvPr>
              <p:cNvSpPr/>
              <p:nvPr/>
            </p:nvSpPr>
            <p:spPr>
              <a:xfrm>
                <a:off x="4572000" y="3657600"/>
                <a:ext cx="3190875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3000" b="1" dirty="0">
                    <a:latin typeface="+mj-lt"/>
                    <a:ea typeface="Liter" pitchFamily="34" charset="-122"/>
                    <a:cs typeface="Liter" pitchFamily="34" charset="-120"/>
                  </a:rPr>
                  <a:t>Hazard Recognition</a:t>
                </a:r>
                <a:endParaRPr lang="en-US" sz="3000" dirty="0">
                  <a:latin typeface="+mj-lt"/>
                </a:endParaRPr>
              </a:p>
            </p:txBody>
          </p:sp>
          <p:sp>
            <p:nvSpPr>
              <p:cNvPr id="56" name="Text 18">
                <a:extLst>
                  <a:ext uri="{FF2B5EF4-FFF2-40B4-BE49-F238E27FC236}">
                    <a16:creationId xmlns:a16="http://schemas.microsoft.com/office/drawing/2014/main" id="{6A7DC209-5F4C-B297-5BC2-17E073A5A55B}"/>
                  </a:ext>
                </a:extLst>
              </p:cNvPr>
              <p:cNvSpPr/>
              <p:nvPr/>
            </p:nvSpPr>
            <p:spPr>
              <a:xfrm>
                <a:off x="4572000" y="4087625"/>
                <a:ext cx="3190875" cy="133645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40000"/>
                  </a:lnSpc>
                </a:pPr>
                <a:r>
                  <a:rPr lang="en-US" sz="2500" dirty="0">
                    <a:latin typeface="+mj-lt"/>
                    <a:ea typeface="Quattrocento Sans" pitchFamily="34" charset="-122"/>
                    <a:cs typeface="Quattrocento Sans" pitchFamily="34" charset="-120"/>
                  </a:rPr>
                  <a:t>Simulated hazard scenarios help workers identify risks, understand consequences, and develop proactive safety mindset.</a:t>
                </a:r>
                <a:endParaRPr lang="en-US" sz="2500" dirty="0">
                  <a:latin typeface="+mj-lt"/>
                </a:endParaRPr>
              </a:p>
            </p:txBody>
          </p:sp>
          <p:sp>
            <p:nvSpPr>
              <p:cNvPr id="57" name="Shape 19">
                <a:extLst>
                  <a:ext uri="{FF2B5EF4-FFF2-40B4-BE49-F238E27FC236}">
                    <a16:creationId xmlns:a16="http://schemas.microsoft.com/office/drawing/2014/main" id="{CBAC38A5-21B8-B136-B5B2-F761353F0A9C}"/>
                  </a:ext>
                </a:extLst>
              </p:cNvPr>
              <p:cNvSpPr/>
              <p:nvPr/>
            </p:nvSpPr>
            <p:spPr>
              <a:xfrm>
                <a:off x="4572000" y="5499735"/>
                <a:ext cx="3048000" cy="762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762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7620"/>
                    </a:lnTo>
                    <a:lnTo>
                      <a:pt x="0" y="76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7FAFC">
                  <a:alpha val="20000"/>
                </a:srgbClr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8" name="Text 20">
                <a:extLst>
                  <a:ext uri="{FF2B5EF4-FFF2-40B4-BE49-F238E27FC236}">
                    <a16:creationId xmlns:a16="http://schemas.microsoft.com/office/drawing/2014/main" id="{A5C56F75-3D89-79F4-4A3A-CC52E8189249}"/>
                  </a:ext>
                </a:extLst>
              </p:cNvPr>
              <p:cNvSpPr/>
              <p:nvPr/>
            </p:nvSpPr>
            <p:spPr>
              <a:xfrm>
                <a:off x="4572000" y="5509156"/>
                <a:ext cx="31242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2000" dirty="0">
                    <a:latin typeface="+mj-lt"/>
                    <a:ea typeface="Hedvig Letters Sans" pitchFamily="34" charset="-122"/>
                    <a:cs typeface="Hedvig Letters Sans" pitchFamily="34" charset="-120"/>
                  </a:rPr>
                  <a:t>Risk Awareness</a:t>
                </a:r>
                <a:endParaRPr lang="en-US" sz="2000" dirty="0">
                  <a:latin typeface="+mj-lt"/>
                </a:endParaRPr>
              </a:p>
            </p:txBody>
          </p:sp>
          <p:sp>
            <p:nvSpPr>
              <p:cNvPr id="70" name="Shape 13">
                <a:extLst>
                  <a:ext uri="{FF2B5EF4-FFF2-40B4-BE49-F238E27FC236}">
                    <a16:creationId xmlns:a16="http://schemas.microsoft.com/office/drawing/2014/main" id="{A6A78E2A-BD4E-1FF0-6760-598C907EAEB1}"/>
                  </a:ext>
                </a:extLst>
              </p:cNvPr>
              <p:cNvSpPr/>
              <p:nvPr/>
            </p:nvSpPr>
            <p:spPr>
              <a:xfrm>
                <a:off x="4272276" y="2343150"/>
                <a:ext cx="3657600" cy="392430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3924300">
                    <a:moveTo>
                      <a:pt x="38100" y="0"/>
                    </a:moveTo>
                    <a:lnTo>
                      <a:pt x="3619500" y="0"/>
                    </a:lnTo>
                    <a:cubicBezTo>
                      <a:pt x="3640528" y="0"/>
                      <a:pt x="3657600" y="17072"/>
                      <a:pt x="3657600" y="38100"/>
                    </a:cubicBezTo>
                    <a:lnTo>
                      <a:pt x="3657600" y="3771888"/>
                    </a:lnTo>
                    <a:cubicBezTo>
                      <a:pt x="3657600" y="3856063"/>
                      <a:pt x="3589363" y="3924300"/>
                      <a:pt x="3505188" y="3924300"/>
                    </a:cubicBezTo>
                    <a:lnTo>
                      <a:pt x="152412" y="3924300"/>
                    </a:lnTo>
                    <a:cubicBezTo>
                      <a:pt x="68237" y="3924300"/>
                      <a:pt x="0" y="3856063"/>
                      <a:pt x="0" y="3771888"/>
                    </a:cubicBezTo>
                    <a:lnTo>
                      <a:pt x="0" y="38100"/>
                    </a:lnTo>
                    <a:cubicBezTo>
                      <a:pt x="0" y="17072"/>
                      <a:pt x="17072" y="0"/>
                      <a:pt x="3810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ECC94B">
                      <a:alpha val="20000"/>
                    </a:srgbClr>
                  </a:gs>
                  <a:gs pos="100000">
                    <a:srgbClr val="ECC94B">
                      <a:alpha val="5000"/>
                    </a:srgbClr>
                  </a:gs>
                </a:gsLst>
                <a:lin ang="2700000" scaled="1"/>
              </a:gradFill>
              <a:ln/>
            </p:spPr>
            <p:txBody>
              <a:bodyPr/>
              <a:lstStyle/>
              <a:p>
                <a:endParaRPr lang="en-IN" dirty="0">
                  <a:latin typeface="+mj-lt"/>
                </a:endParaRPr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A4B3ECC-7083-1420-761E-530C4984FE49}"/>
              </a:ext>
            </a:extLst>
          </p:cNvPr>
          <p:cNvGrpSpPr/>
          <p:nvPr/>
        </p:nvGrpSpPr>
        <p:grpSpPr>
          <a:xfrm>
            <a:off x="12217546" y="2513020"/>
            <a:ext cx="6104160" cy="7119117"/>
            <a:chOff x="12217546" y="2513020"/>
            <a:chExt cx="6104160" cy="7119117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5AF0037-3E80-0FB6-8C29-2DA8F04BEE4B}"/>
                </a:ext>
              </a:extLst>
            </p:cNvPr>
            <p:cNvGrpSpPr/>
            <p:nvPr/>
          </p:nvGrpSpPr>
          <p:grpSpPr>
            <a:xfrm>
              <a:off x="12217546" y="2513020"/>
              <a:ext cx="6104160" cy="7119117"/>
              <a:chOff x="12217546" y="2513020"/>
              <a:chExt cx="6104160" cy="711911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863B2FD0-DC66-2CA9-ACB1-D243AB6EA706}"/>
                  </a:ext>
                </a:extLst>
              </p:cNvPr>
              <p:cNvGrpSpPr/>
              <p:nvPr/>
            </p:nvGrpSpPr>
            <p:grpSpPr>
              <a:xfrm>
                <a:off x="12217546" y="2513020"/>
                <a:ext cx="6104160" cy="7119117"/>
                <a:chOff x="-21013" y="668222"/>
                <a:chExt cx="5955918" cy="7122025"/>
              </a:xfrm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58B1BC48-BDF8-CE3D-FA9F-BE19AA4A3BF9}"/>
                    </a:ext>
                  </a:extLst>
                </p:cNvPr>
                <p:cNvGrpSpPr/>
                <p:nvPr/>
              </p:nvGrpSpPr>
              <p:grpSpPr>
                <a:xfrm>
                  <a:off x="-21013" y="668222"/>
                  <a:ext cx="5955918" cy="7122025"/>
                  <a:chOff x="381001" y="2343150"/>
                  <a:chExt cx="3428999" cy="3924300"/>
                </a:xfrm>
              </p:grpSpPr>
              <p:sp>
                <p:nvSpPr>
                  <p:cNvPr id="77" name="Shape 5">
                    <a:extLst>
                      <a:ext uri="{FF2B5EF4-FFF2-40B4-BE49-F238E27FC236}">
                        <a16:creationId xmlns:a16="http://schemas.microsoft.com/office/drawing/2014/main" id="{08B868DB-1707-7E60-709F-9F4B4A2A3785}"/>
                      </a:ext>
                    </a:extLst>
                  </p:cNvPr>
                  <p:cNvSpPr/>
                  <p:nvPr/>
                </p:nvSpPr>
                <p:spPr>
                  <a:xfrm>
                    <a:off x="391428" y="2343150"/>
                    <a:ext cx="3342372" cy="392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7600" h="3924300">
                        <a:moveTo>
                          <a:pt x="38100" y="0"/>
                        </a:moveTo>
                        <a:lnTo>
                          <a:pt x="3619500" y="0"/>
                        </a:lnTo>
                        <a:cubicBezTo>
                          <a:pt x="3640528" y="0"/>
                          <a:pt x="3657600" y="17072"/>
                          <a:pt x="3657600" y="38100"/>
                        </a:cubicBezTo>
                        <a:lnTo>
                          <a:pt x="3657600" y="3771888"/>
                        </a:lnTo>
                        <a:cubicBezTo>
                          <a:pt x="3657600" y="3856063"/>
                          <a:pt x="3589363" y="3924300"/>
                          <a:pt x="3505188" y="3924300"/>
                        </a:cubicBezTo>
                        <a:lnTo>
                          <a:pt x="152412" y="3924300"/>
                        </a:lnTo>
                        <a:cubicBezTo>
                          <a:pt x="68237" y="3924300"/>
                          <a:pt x="0" y="3856063"/>
                          <a:pt x="0" y="3771888"/>
                        </a:cubicBezTo>
                        <a:lnTo>
                          <a:pt x="0" y="38100"/>
                        </a:lnTo>
                        <a:cubicBezTo>
                          <a:pt x="0" y="17072"/>
                          <a:pt x="17072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FF0000">
                      <a:alpha val="60000"/>
                    </a:srgbClr>
                  </a:solidFill>
                  <a:ln/>
                </p:spPr>
                <p:txBody>
                  <a:bodyPr/>
                  <a:lstStyle/>
                  <a:p>
                    <a:endParaRPr lang="en-IN" dirty="0"/>
                  </a:p>
                </p:txBody>
              </p:sp>
              <p:sp>
                <p:nvSpPr>
                  <p:cNvPr id="78" name="Shape 6">
                    <a:extLst>
                      <a:ext uri="{FF2B5EF4-FFF2-40B4-BE49-F238E27FC236}">
                        <a16:creationId xmlns:a16="http://schemas.microsoft.com/office/drawing/2014/main" id="{91AD9E2A-143A-3E17-8CE7-A7395477E047}"/>
                      </a:ext>
                    </a:extLst>
                  </p:cNvPr>
                  <p:cNvSpPr/>
                  <p:nvPr/>
                </p:nvSpPr>
                <p:spPr>
                  <a:xfrm>
                    <a:off x="381001" y="2343150"/>
                    <a:ext cx="3342372" cy="45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7600" h="38100">
                        <a:moveTo>
                          <a:pt x="38100" y="0"/>
                        </a:moveTo>
                        <a:lnTo>
                          <a:pt x="3619500" y="0"/>
                        </a:lnTo>
                        <a:cubicBezTo>
                          <a:pt x="3640528" y="0"/>
                          <a:pt x="3657600" y="17072"/>
                          <a:pt x="3657600" y="38100"/>
                        </a:cubicBezTo>
                        <a:lnTo>
                          <a:pt x="3657600" y="38100"/>
                        </a:lnTo>
                        <a:lnTo>
                          <a:pt x="0" y="38100"/>
                        </a:lnTo>
                        <a:lnTo>
                          <a:pt x="0" y="38100"/>
                        </a:lnTo>
                        <a:cubicBezTo>
                          <a:pt x="0" y="17072"/>
                          <a:pt x="17072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E53E3E"/>
                  </a:solidFill>
                  <a:ln/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81" name="Text 9">
                    <a:extLst>
                      <a:ext uri="{FF2B5EF4-FFF2-40B4-BE49-F238E27FC236}">
                        <a16:creationId xmlns:a16="http://schemas.microsoft.com/office/drawing/2014/main" id="{199A6483-285D-DD60-CCBC-4BFB996B2909}"/>
                      </a:ext>
                    </a:extLst>
                  </p:cNvPr>
                  <p:cNvSpPr/>
                  <p:nvPr/>
                </p:nvSpPr>
                <p:spPr>
                  <a:xfrm>
                    <a:off x="685800" y="3657600"/>
                    <a:ext cx="2747536" cy="3429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en-US" sz="3000" b="1" dirty="0">
                        <a:latin typeface="+mj-lt"/>
                        <a:ea typeface="Liter" pitchFamily="34" charset="-122"/>
                        <a:cs typeface="Liter" pitchFamily="34" charset="-120"/>
                      </a:rPr>
                      <a:t>Emergency Drills</a:t>
                    </a:r>
                    <a:endParaRPr lang="en-US" sz="3000" dirty="0">
                      <a:latin typeface="+mj-lt"/>
                    </a:endParaRPr>
                  </a:p>
                </p:txBody>
              </p:sp>
              <p:sp>
                <p:nvSpPr>
                  <p:cNvPr id="82" name="Text 10">
                    <a:extLst>
                      <a:ext uri="{FF2B5EF4-FFF2-40B4-BE49-F238E27FC236}">
                        <a16:creationId xmlns:a16="http://schemas.microsoft.com/office/drawing/2014/main" id="{4B2CD08A-682B-2C9D-B906-0C5A05171687}"/>
                      </a:ext>
                    </a:extLst>
                  </p:cNvPr>
                  <p:cNvSpPr/>
                  <p:nvPr/>
                </p:nvSpPr>
                <p:spPr>
                  <a:xfrm>
                    <a:off x="685799" y="3995370"/>
                    <a:ext cx="2811744" cy="127345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>
                      <a:lnSpc>
                        <a:spcPct val="140000"/>
                      </a:lnSpc>
                    </a:pPr>
                    <a:r>
                      <a:rPr lang="en-US" sz="2500" dirty="0">
                        <a:ea typeface="Quattrocento Sans" pitchFamily="34" charset="-122"/>
                        <a:cs typeface="Quattrocento Sans" pitchFamily="34" charset="-120"/>
                      </a:rPr>
                      <a:t>Regular practice of evacuation procedures, first aid response, and crisis management builds confidence and readiness</a:t>
                    </a:r>
                    <a:endParaRPr lang="en-US" sz="2500" dirty="0"/>
                  </a:p>
                </p:txBody>
              </p:sp>
              <p:sp>
                <p:nvSpPr>
                  <p:cNvPr id="83" name="Shape 11">
                    <a:extLst>
                      <a:ext uri="{FF2B5EF4-FFF2-40B4-BE49-F238E27FC236}">
                        <a16:creationId xmlns:a16="http://schemas.microsoft.com/office/drawing/2014/main" id="{9E1D6809-ECCA-2559-3F35-8F851A91BEE8}"/>
                      </a:ext>
                    </a:extLst>
                  </p:cNvPr>
                  <p:cNvSpPr/>
                  <p:nvPr/>
                </p:nvSpPr>
                <p:spPr>
                  <a:xfrm>
                    <a:off x="685800" y="5499735"/>
                    <a:ext cx="3048000" cy="76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8000" h="7620">
                        <a:moveTo>
                          <a:pt x="0" y="0"/>
                        </a:moveTo>
                        <a:lnTo>
                          <a:pt x="3048000" y="0"/>
                        </a:lnTo>
                        <a:lnTo>
                          <a:pt x="3048000" y="7620"/>
                        </a:lnTo>
                        <a:lnTo>
                          <a:pt x="0" y="762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7FAFC">
                      <a:alpha val="20000"/>
                    </a:srgbClr>
                  </a:solidFill>
                  <a:ln/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84" name="Text 12">
                    <a:extLst>
                      <a:ext uri="{FF2B5EF4-FFF2-40B4-BE49-F238E27FC236}">
                        <a16:creationId xmlns:a16="http://schemas.microsoft.com/office/drawing/2014/main" id="{3AE5269A-CBCC-6C3B-E85E-7F71612CA25A}"/>
                      </a:ext>
                    </a:extLst>
                  </p:cNvPr>
                  <p:cNvSpPr/>
                  <p:nvPr/>
                </p:nvSpPr>
                <p:spPr>
                  <a:xfrm>
                    <a:off x="685800" y="5499735"/>
                    <a:ext cx="3124200" cy="2286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>
                      <a:lnSpc>
                        <a:spcPct val="130000"/>
                      </a:lnSpc>
                    </a:pPr>
                    <a:r>
                      <a:rPr lang="en-US" sz="2000" dirty="0">
                        <a:solidFill>
                          <a:schemeClr val="tx2"/>
                        </a:solidFill>
                        <a:ea typeface="Hedvig Letters Sans" pitchFamily="34" charset="-122"/>
                        <a:cs typeface="Hedvig Letters Sans" pitchFamily="34" charset="-120"/>
                      </a:rPr>
                      <a:t>Preparedness</a:t>
                    </a:r>
                    <a:endParaRPr lang="en-US" sz="2000" dirty="0">
                      <a:solidFill>
                        <a:schemeClr val="tx2"/>
                      </a:solidFill>
                    </a:endParaRPr>
                  </a:p>
                </p:txBody>
              </p:sp>
            </p:grp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D738E06C-7C52-9F03-0992-EBF209EDA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8399" y="6396958"/>
                  <a:ext cx="4822162" cy="138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6" name="Shape 23">
                <a:extLst>
                  <a:ext uri="{FF2B5EF4-FFF2-40B4-BE49-F238E27FC236}">
                    <a16:creationId xmlns:a16="http://schemas.microsoft.com/office/drawing/2014/main" id="{16C16600-C73F-132F-828F-5855F2CD0D3D}"/>
                  </a:ext>
                </a:extLst>
              </p:cNvPr>
              <p:cNvSpPr/>
              <p:nvPr/>
            </p:nvSpPr>
            <p:spPr>
              <a:xfrm>
                <a:off x="12431062" y="3089437"/>
                <a:ext cx="1284937" cy="1352856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381000" y="0"/>
                    </a:moveTo>
                    <a:lnTo>
                      <a:pt x="381000" y="0"/>
                    </a:lnTo>
                    <a:cubicBezTo>
                      <a:pt x="591280" y="0"/>
                      <a:pt x="762000" y="170720"/>
                      <a:pt x="762000" y="381000"/>
                    </a:cubicBezTo>
                    <a:lnTo>
                      <a:pt x="762000" y="381000"/>
                    </a:lnTo>
                    <a:cubicBezTo>
                      <a:pt x="762000" y="591280"/>
                      <a:pt x="591280" y="762000"/>
                      <a:pt x="381000" y="762000"/>
                    </a:cubicBezTo>
                    <a:lnTo>
                      <a:pt x="381000" y="762000"/>
                    </a:lnTo>
                    <a:cubicBezTo>
                      <a:pt x="170720" y="762000"/>
                      <a:pt x="0" y="591280"/>
                      <a:pt x="0" y="381000"/>
                    </a:cubicBezTo>
                    <a:lnTo>
                      <a:pt x="0" y="381000"/>
                    </a:lnTo>
                    <a:cubicBezTo>
                      <a:pt x="0" y="170720"/>
                      <a:pt x="170720" y="0"/>
                      <a:pt x="381000" y="0"/>
                    </a:cubicBezTo>
                    <a:close/>
                  </a:path>
                </a:pathLst>
              </a:custGeom>
              <a:solidFill>
                <a:srgbClr val="E53E3E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87" name="Shape 24">
              <a:extLst>
                <a:ext uri="{FF2B5EF4-FFF2-40B4-BE49-F238E27FC236}">
                  <a16:creationId xmlns:a16="http://schemas.microsoft.com/office/drawing/2014/main" id="{9CDB744B-2D30-6970-253B-B99375D2760E}"/>
                </a:ext>
              </a:extLst>
            </p:cNvPr>
            <p:cNvSpPr/>
            <p:nvPr/>
          </p:nvSpPr>
          <p:spPr>
            <a:xfrm>
              <a:off x="12760135" y="3490054"/>
              <a:ext cx="578222" cy="608786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72263"/>
                  </a:moveTo>
                  <a:lnTo>
                    <a:pt x="161404" y="58333"/>
                  </a:lnTo>
                  <a:cubicBezTo>
                    <a:pt x="144661" y="35161"/>
                    <a:pt x="117805" y="21431"/>
                    <a:pt x="89141" y="21431"/>
                  </a:cubicBezTo>
                  <a:cubicBezTo>
                    <a:pt x="39916" y="21431"/>
                    <a:pt x="0" y="61347"/>
                    <a:pt x="0" y="110572"/>
                  </a:cubicBezTo>
                  <a:lnTo>
                    <a:pt x="0" y="112313"/>
                  </a:lnTo>
                  <a:cubicBezTo>
                    <a:pt x="0" y="128119"/>
                    <a:pt x="4152" y="144460"/>
                    <a:pt x="11117" y="160734"/>
                  </a:cubicBezTo>
                  <a:lnTo>
                    <a:pt x="82108" y="160734"/>
                  </a:lnTo>
                  <a:cubicBezTo>
                    <a:pt x="84252" y="160734"/>
                    <a:pt x="86194" y="159462"/>
                    <a:pt x="87064" y="157453"/>
                  </a:cubicBezTo>
                  <a:lnTo>
                    <a:pt x="108362" y="106353"/>
                  </a:lnTo>
                  <a:cubicBezTo>
                    <a:pt x="110840" y="100459"/>
                    <a:pt x="116599" y="96575"/>
                    <a:pt x="122962" y="96441"/>
                  </a:cubicBezTo>
                  <a:cubicBezTo>
                    <a:pt x="129324" y="96307"/>
                    <a:pt x="135218" y="100057"/>
                    <a:pt x="137830" y="105884"/>
                  </a:cubicBezTo>
                  <a:lnTo>
                    <a:pt x="172187" y="182166"/>
                  </a:lnTo>
                  <a:lnTo>
                    <a:pt x="199913" y="126712"/>
                  </a:lnTo>
                  <a:cubicBezTo>
                    <a:pt x="202659" y="121287"/>
                    <a:pt x="208218" y="117805"/>
                    <a:pt x="214313" y="117805"/>
                  </a:cubicBezTo>
                  <a:cubicBezTo>
                    <a:pt x="220407" y="117805"/>
                    <a:pt x="225966" y="121221"/>
                    <a:pt x="228712" y="126712"/>
                  </a:cubicBezTo>
                  <a:lnTo>
                    <a:pt x="244249" y="157721"/>
                  </a:lnTo>
                  <a:cubicBezTo>
                    <a:pt x="245187" y="159529"/>
                    <a:pt x="246995" y="160667"/>
                    <a:pt x="249071" y="160667"/>
                  </a:cubicBezTo>
                  <a:lnTo>
                    <a:pt x="331850" y="160667"/>
                  </a:lnTo>
                  <a:cubicBezTo>
                    <a:pt x="338882" y="144393"/>
                    <a:pt x="342967" y="128052"/>
                    <a:pt x="342967" y="112246"/>
                  </a:cubicBezTo>
                  <a:lnTo>
                    <a:pt x="342967" y="110505"/>
                  </a:lnTo>
                  <a:cubicBezTo>
                    <a:pt x="342900" y="61347"/>
                    <a:pt x="302984" y="21431"/>
                    <a:pt x="253759" y="21431"/>
                  </a:cubicBezTo>
                  <a:cubicBezTo>
                    <a:pt x="225162" y="21431"/>
                    <a:pt x="198239" y="35161"/>
                    <a:pt x="181496" y="58333"/>
                  </a:cubicBezTo>
                  <a:lnTo>
                    <a:pt x="171450" y="72197"/>
                  </a:lnTo>
                  <a:close/>
                  <a:moveTo>
                    <a:pt x="314504" y="192881"/>
                  </a:moveTo>
                  <a:lnTo>
                    <a:pt x="249004" y="192881"/>
                  </a:lnTo>
                  <a:cubicBezTo>
                    <a:pt x="234806" y="192881"/>
                    <a:pt x="221813" y="184845"/>
                    <a:pt x="215451" y="172120"/>
                  </a:cubicBezTo>
                  <a:lnTo>
                    <a:pt x="214313" y="169843"/>
                  </a:lnTo>
                  <a:lnTo>
                    <a:pt x="185849" y="226836"/>
                  </a:lnTo>
                  <a:cubicBezTo>
                    <a:pt x="183103" y="232395"/>
                    <a:pt x="177344" y="235878"/>
                    <a:pt x="171115" y="235744"/>
                  </a:cubicBezTo>
                  <a:cubicBezTo>
                    <a:pt x="164887" y="235610"/>
                    <a:pt x="159328" y="231926"/>
                    <a:pt x="156783" y="226301"/>
                  </a:cubicBezTo>
                  <a:lnTo>
                    <a:pt x="123765" y="152966"/>
                  </a:lnTo>
                  <a:lnTo>
                    <a:pt x="116733" y="169843"/>
                  </a:lnTo>
                  <a:cubicBezTo>
                    <a:pt x="110907" y="183840"/>
                    <a:pt x="97244" y="192948"/>
                    <a:pt x="82108" y="192948"/>
                  </a:cubicBezTo>
                  <a:lnTo>
                    <a:pt x="28396" y="192948"/>
                  </a:lnTo>
                  <a:cubicBezTo>
                    <a:pt x="60008" y="242374"/>
                    <a:pt x="110773" y="287848"/>
                    <a:pt x="142518" y="312093"/>
                  </a:cubicBezTo>
                  <a:cubicBezTo>
                    <a:pt x="150822" y="318388"/>
                    <a:pt x="161002" y="321536"/>
                    <a:pt x="171383" y="321536"/>
                  </a:cubicBezTo>
                  <a:cubicBezTo>
                    <a:pt x="181764" y="321536"/>
                    <a:pt x="192011" y="318455"/>
                    <a:pt x="200248" y="312093"/>
                  </a:cubicBezTo>
                  <a:cubicBezTo>
                    <a:pt x="232127" y="287782"/>
                    <a:pt x="282892" y="242307"/>
                    <a:pt x="314504" y="19288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1339087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8">
            <a:extLst>
              <a:ext uri="{FF2B5EF4-FFF2-40B4-BE49-F238E27FC236}">
                <a16:creationId xmlns:a16="http://schemas.microsoft.com/office/drawing/2014/main" id="{3BF7B695-146A-99EC-9DE7-2FCAE87D5C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532" y="1231681"/>
            <a:ext cx="17290868" cy="88648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CFACF93-052C-18C5-B8B9-10E6DDB8DD36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56ED9511-9CED-CE52-AB68-504A779F244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20" name="object 4">
                <a:extLst>
                  <a:ext uri="{FF2B5EF4-FFF2-40B4-BE49-F238E27FC236}">
                    <a16:creationId xmlns:a16="http://schemas.microsoft.com/office/drawing/2014/main" id="{88C5C48B-64E3-D849-088E-965418C52397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21" name="object 5">
                <a:extLst>
                  <a:ext uri="{FF2B5EF4-FFF2-40B4-BE49-F238E27FC236}">
                    <a16:creationId xmlns:a16="http://schemas.microsoft.com/office/drawing/2014/main" id="{32CC3F56-A018-DB1A-73B6-B7E5E02CDD66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22" name="object 6">
                <a:extLst>
                  <a:ext uri="{FF2B5EF4-FFF2-40B4-BE49-F238E27FC236}">
                    <a16:creationId xmlns:a16="http://schemas.microsoft.com/office/drawing/2014/main" id="{E514DD8B-814D-7470-2843-F5DD82F60F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A6F338EB-87E0-D7C0-CF19-60A70B5FA4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8">
                <a:extLst>
                  <a:ext uri="{FF2B5EF4-FFF2-40B4-BE49-F238E27FC236}">
                    <a16:creationId xmlns:a16="http://schemas.microsoft.com/office/drawing/2014/main" id="{08F3AA53-A804-F3D8-12B7-F1A0C73F70B3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25" name="object 9">
                <a:extLst>
                  <a:ext uri="{FF2B5EF4-FFF2-40B4-BE49-F238E27FC236}">
                    <a16:creationId xmlns:a16="http://schemas.microsoft.com/office/drawing/2014/main" id="{4CA3DB70-B210-2A26-E6CB-289B00D21D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10">
                <a:extLst>
                  <a:ext uri="{FF2B5EF4-FFF2-40B4-BE49-F238E27FC236}">
                    <a16:creationId xmlns:a16="http://schemas.microsoft.com/office/drawing/2014/main" id="{3CB6A8C7-1BEF-C9FB-41F6-4145084394C3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9C8A74EE-3F66-FED1-4CEB-29603E8585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2">
                <a:extLst>
                  <a:ext uri="{FF2B5EF4-FFF2-40B4-BE49-F238E27FC236}">
                    <a16:creationId xmlns:a16="http://schemas.microsoft.com/office/drawing/2014/main" id="{AF0941A3-5B08-A0DA-8213-1C263DED32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9" name="object 13">
                <a:extLst>
                  <a:ext uri="{FF2B5EF4-FFF2-40B4-BE49-F238E27FC236}">
                    <a16:creationId xmlns:a16="http://schemas.microsoft.com/office/drawing/2014/main" id="{F7170E33-F842-4A2B-CABE-C36ACA1608B9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30" name="object 14">
                <a:extLst>
                  <a:ext uri="{FF2B5EF4-FFF2-40B4-BE49-F238E27FC236}">
                    <a16:creationId xmlns:a16="http://schemas.microsoft.com/office/drawing/2014/main" id="{55A0E8D9-2E91-E65A-9396-4F92CF1CBCE4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7" name="object 15">
              <a:extLst>
                <a:ext uri="{FF2B5EF4-FFF2-40B4-BE49-F238E27FC236}">
                  <a16:creationId xmlns:a16="http://schemas.microsoft.com/office/drawing/2014/main" id="{921B3944-F3BF-6FA3-194A-9586D706B71C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8" name="object 16">
              <a:extLst>
                <a:ext uri="{FF2B5EF4-FFF2-40B4-BE49-F238E27FC236}">
                  <a16:creationId xmlns:a16="http://schemas.microsoft.com/office/drawing/2014/main" id="{C6FCE7AB-5C17-AB10-D334-CC0A579DB477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9" name="object 17">
              <a:extLst>
                <a:ext uri="{FF2B5EF4-FFF2-40B4-BE49-F238E27FC236}">
                  <a16:creationId xmlns:a16="http://schemas.microsoft.com/office/drawing/2014/main" id="{AA9492BA-25A2-3D21-D656-5CDC19878124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10" name="object 18">
              <a:extLst>
                <a:ext uri="{FF2B5EF4-FFF2-40B4-BE49-F238E27FC236}">
                  <a16:creationId xmlns:a16="http://schemas.microsoft.com/office/drawing/2014/main" id="{95F33DF7-B0F6-A428-7052-75ED55800E06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F4AF7584-DED1-AB9B-187D-198535DD621A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12" name="object 20">
              <a:extLst>
                <a:ext uri="{FF2B5EF4-FFF2-40B4-BE49-F238E27FC236}">
                  <a16:creationId xmlns:a16="http://schemas.microsoft.com/office/drawing/2014/main" id="{2ED11A92-F3FC-31AA-BC35-BDD87148569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13" name="object 21">
                <a:extLst>
                  <a:ext uri="{FF2B5EF4-FFF2-40B4-BE49-F238E27FC236}">
                    <a16:creationId xmlns:a16="http://schemas.microsoft.com/office/drawing/2014/main" id="{C1B47413-C026-284E-0BC5-15282AFC58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22">
                <a:extLst>
                  <a:ext uri="{FF2B5EF4-FFF2-40B4-BE49-F238E27FC236}">
                    <a16:creationId xmlns:a16="http://schemas.microsoft.com/office/drawing/2014/main" id="{1AA0DE5F-F79F-6881-53DF-EE0DB3D61B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23">
                <a:extLst>
                  <a:ext uri="{FF2B5EF4-FFF2-40B4-BE49-F238E27FC236}">
                    <a16:creationId xmlns:a16="http://schemas.microsoft.com/office/drawing/2014/main" id="{4AD57600-53F2-EDBE-4AE1-620722F160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4">
                <a:extLst>
                  <a:ext uri="{FF2B5EF4-FFF2-40B4-BE49-F238E27FC236}">
                    <a16:creationId xmlns:a16="http://schemas.microsoft.com/office/drawing/2014/main" id="{9BE31F1B-6A89-2B63-48F6-13663366EB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25">
                <a:extLst>
                  <a:ext uri="{FF2B5EF4-FFF2-40B4-BE49-F238E27FC236}">
                    <a16:creationId xmlns:a16="http://schemas.microsoft.com/office/drawing/2014/main" id="{604AFF5F-CCE8-F40A-4DDC-0CD13609AC65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CBBAF64B-3AD3-30DD-756B-ABBF869228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27">
                <a:extLst>
                  <a:ext uri="{FF2B5EF4-FFF2-40B4-BE49-F238E27FC236}">
                    <a16:creationId xmlns:a16="http://schemas.microsoft.com/office/drawing/2014/main" id="{71848E35-3AAD-1207-D6A6-8D92A7DDEF0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4137462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E1F003-BB97-1FE3-26CD-5ADE297A5B76}"/>
              </a:ext>
            </a:extLst>
          </p:cNvPr>
          <p:cNvSpPr txBox="1"/>
          <p:nvPr/>
        </p:nvSpPr>
        <p:spPr>
          <a:xfrm>
            <a:off x="-12992" y="-9112"/>
            <a:ext cx="18300992" cy="2554545"/>
          </a:xfrm>
          <a:prstGeom prst="rect">
            <a:avLst/>
          </a:prstGeom>
          <a:noFill/>
          <a:ln w="47625">
            <a:noFill/>
          </a:ln>
        </p:spPr>
        <p:txBody>
          <a:bodyPr wrap="square" lIns="90000" rtlCol="0">
            <a:spAutoFit/>
          </a:bodyPr>
          <a:lstStyle/>
          <a:p>
            <a:r>
              <a:rPr lang="en-US" sz="8000" b="1" dirty="0">
                <a:solidFill>
                  <a:srgbClr val="005592"/>
                </a:solidFill>
              </a:rPr>
              <a:t>FIRE EXTINGUISHER AND</a:t>
            </a:r>
          </a:p>
          <a:p>
            <a:pPr algn="ctr"/>
            <a:r>
              <a:rPr lang="en-US" sz="8000" b="1" dirty="0">
                <a:solidFill>
                  <a:srgbClr val="005592"/>
                </a:solidFill>
              </a:rPr>
              <a:t> EXTINGUISHING PROCEEDURE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B4BD5C6-91BA-AFD2-9EAB-DE29821C4CA9}"/>
              </a:ext>
            </a:extLst>
          </p:cNvPr>
          <p:cNvGrpSpPr/>
          <p:nvPr/>
        </p:nvGrpSpPr>
        <p:grpSpPr>
          <a:xfrm>
            <a:off x="0" y="2235245"/>
            <a:ext cx="11334750" cy="4167190"/>
            <a:chOff x="400050" y="3595687"/>
            <a:chExt cx="6838950" cy="2438401"/>
          </a:xfrm>
        </p:grpSpPr>
        <p:sp>
          <p:nvSpPr>
            <p:cNvPr id="2" name="Shape 6">
              <a:extLst>
                <a:ext uri="{FF2B5EF4-FFF2-40B4-BE49-F238E27FC236}">
                  <a16:creationId xmlns:a16="http://schemas.microsoft.com/office/drawing/2014/main" id="{9CB24CEC-E92D-6D71-C2B3-61F1C2AED3FC}"/>
                </a:ext>
              </a:extLst>
            </p:cNvPr>
            <p:cNvSpPr/>
            <p:nvPr/>
          </p:nvSpPr>
          <p:spPr>
            <a:xfrm>
              <a:off x="400050" y="3595687"/>
              <a:ext cx="6838950" cy="2438400"/>
            </a:xfrm>
            <a:custGeom>
              <a:avLst/>
              <a:gdLst/>
              <a:ahLst/>
              <a:cxnLst/>
              <a:rect l="l" t="t" r="r" b="b"/>
              <a:pathLst>
                <a:path w="6838950" h="2438400">
                  <a:moveTo>
                    <a:pt x="38100" y="0"/>
                  </a:moveTo>
                  <a:lnTo>
                    <a:pt x="6686550" y="0"/>
                  </a:lnTo>
                  <a:cubicBezTo>
                    <a:pt x="6770662" y="0"/>
                    <a:pt x="6838950" y="68288"/>
                    <a:pt x="6838950" y="152400"/>
                  </a:cubicBezTo>
                  <a:lnTo>
                    <a:pt x="6838950" y="2286000"/>
                  </a:lnTo>
                  <a:cubicBezTo>
                    <a:pt x="6838950" y="2370112"/>
                    <a:pt x="6770662" y="2438400"/>
                    <a:pt x="6686550" y="2438400"/>
                  </a:cubicBezTo>
                  <a:lnTo>
                    <a:pt x="38100" y="2438400"/>
                  </a:lnTo>
                  <a:cubicBezTo>
                    <a:pt x="17072" y="2438400"/>
                    <a:pt x="0" y="2421328"/>
                    <a:pt x="0" y="2400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50000"/>
              </a:schemeClr>
            </a:solidFill>
            <a:ln/>
          </p:spPr>
          <p:txBody>
            <a:bodyPr/>
            <a:lstStyle/>
            <a:p>
              <a:endParaRPr lang="en-IN" dirty="0">
                <a:solidFill>
                  <a:srgbClr val="FFC000"/>
                </a:solidFill>
              </a:endParaRPr>
            </a:p>
          </p:txBody>
        </p:sp>
        <p:sp>
          <p:nvSpPr>
            <p:cNvPr id="60" name="Shape 10">
              <a:extLst>
                <a:ext uri="{FF2B5EF4-FFF2-40B4-BE49-F238E27FC236}">
                  <a16:creationId xmlns:a16="http://schemas.microsoft.com/office/drawing/2014/main" id="{0F3F0406-B025-DA87-4CB1-1AD2FC4BC10B}"/>
                </a:ext>
              </a:extLst>
            </p:cNvPr>
            <p:cNvSpPr/>
            <p:nvPr/>
          </p:nvSpPr>
          <p:spPr>
            <a:xfrm>
              <a:off x="5764181" y="4357688"/>
              <a:ext cx="905269" cy="838199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ECC94B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9" name="Shape 10">
              <a:extLst>
                <a:ext uri="{FF2B5EF4-FFF2-40B4-BE49-F238E27FC236}">
                  <a16:creationId xmlns:a16="http://schemas.microsoft.com/office/drawing/2014/main" id="{91A6C69E-0CEC-A5DD-8FBD-3D5D25C01311}"/>
                </a:ext>
              </a:extLst>
            </p:cNvPr>
            <p:cNvSpPr/>
            <p:nvPr/>
          </p:nvSpPr>
          <p:spPr>
            <a:xfrm>
              <a:off x="4189571" y="4357688"/>
              <a:ext cx="905269" cy="838199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Shape 10">
              <a:extLst>
                <a:ext uri="{FF2B5EF4-FFF2-40B4-BE49-F238E27FC236}">
                  <a16:creationId xmlns:a16="http://schemas.microsoft.com/office/drawing/2014/main" id="{177095B3-52CB-4BCF-92C1-6EABB5A5C5FD}"/>
                </a:ext>
              </a:extLst>
            </p:cNvPr>
            <p:cNvSpPr/>
            <p:nvPr/>
          </p:nvSpPr>
          <p:spPr>
            <a:xfrm>
              <a:off x="2580840" y="4357688"/>
              <a:ext cx="905269" cy="838199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ECC94B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34D49FE8-1ACC-9D0C-F7E5-BCA32793BB53}"/>
                </a:ext>
              </a:extLst>
            </p:cNvPr>
            <p:cNvSpPr/>
            <p:nvPr/>
          </p:nvSpPr>
          <p:spPr>
            <a:xfrm>
              <a:off x="400050" y="3595688"/>
              <a:ext cx="38100" cy="2438400"/>
            </a:xfrm>
            <a:custGeom>
              <a:avLst/>
              <a:gdLst/>
              <a:ahLst/>
              <a:cxnLst/>
              <a:rect l="l" t="t" r="r" b="b"/>
              <a:pathLst>
                <a:path w="38100" h="2438400">
                  <a:moveTo>
                    <a:pt x="38100" y="0"/>
                  </a:moveTo>
                  <a:lnTo>
                    <a:pt x="38100" y="0"/>
                  </a:lnTo>
                  <a:lnTo>
                    <a:pt x="38100" y="2438400"/>
                  </a:lnTo>
                  <a:lnTo>
                    <a:pt x="38100" y="2438400"/>
                  </a:lnTo>
                  <a:cubicBezTo>
                    <a:pt x="17072" y="2438400"/>
                    <a:pt x="0" y="2421328"/>
                    <a:pt x="0" y="24003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Shape 8">
              <a:extLst>
                <a:ext uri="{FF2B5EF4-FFF2-40B4-BE49-F238E27FC236}">
                  <a16:creationId xmlns:a16="http://schemas.microsoft.com/office/drawing/2014/main" id="{C050B9D6-FEDC-BF8F-B36C-7E037DAE89F4}"/>
                </a:ext>
              </a:extLst>
            </p:cNvPr>
            <p:cNvSpPr/>
            <p:nvPr/>
          </p:nvSpPr>
          <p:spPr>
            <a:xfrm>
              <a:off x="762000" y="3929063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7859"/>
                  </a:moveTo>
                  <a:cubicBezTo>
                    <a:pt x="285750" y="12502"/>
                    <a:pt x="283350" y="7423"/>
                    <a:pt x="279220" y="4074"/>
                  </a:cubicBezTo>
                  <a:cubicBezTo>
                    <a:pt x="275090" y="726"/>
                    <a:pt x="269621" y="-726"/>
                    <a:pt x="264375" y="335"/>
                  </a:cubicBezTo>
                  <a:lnTo>
                    <a:pt x="175078" y="18194"/>
                  </a:lnTo>
                  <a:cubicBezTo>
                    <a:pt x="168269" y="19590"/>
                    <a:pt x="162967" y="24724"/>
                    <a:pt x="161292" y="31254"/>
                  </a:cubicBezTo>
                  <a:lnTo>
                    <a:pt x="125016" y="31254"/>
                  </a:lnTo>
                  <a:lnTo>
                    <a:pt x="125016" y="17859"/>
                  </a:lnTo>
                  <a:cubicBezTo>
                    <a:pt x="125016" y="7981"/>
                    <a:pt x="117035" y="0"/>
                    <a:pt x="107156" y="0"/>
                  </a:cubicBezTo>
                  <a:lnTo>
                    <a:pt x="89297" y="0"/>
                  </a:lnTo>
                  <a:cubicBezTo>
                    <a:pt x="79418" y="0"/>
                    <a:pt x="71438" y="7981"/>
                    <a:pt x="71438" y="17859"/>
                  </a:cubicBezTo>
                  <a:lnTo>
                    <a:pt x="71438" y="33710"/>
                  </a:lnTo>
                  <a:cubicBezTo>
                    <a:pt x="40574" y="40574"/>
                    <a:pt x="14901" y="61336"/>
                    <a:pt x="1395" y="89018"/>
                  </a:cubicBezTo>
                  <a:cubicBezTo>
                    <a:pt x="-1842" y="95659"/>
                    <a:pt x="893" y="103696"/>
                    <a:pt x="7590" y="106933"/>
                  </a:cubicBezTo>
                  <a:cubicBezTo>
                    <a:pt x="14287" y="110170"/>
                    <a:pt x="22268" y="107435"/>
                    <a:pt x="25505" y="100738"/>
                  </a:cubicBezTo>
                  <a:cubicBezTo>
                    <a:pt x="34603" y="81986"/>
                    <a:pt x="51234" y="67587"/>
                    <a:pt x="71438" y="61392"/>
                  </a:cubicBezTo>
                  <a:lnTo>
                    <a:pt x="71438" y="77465"/>
                  </a:lnTo>
                  <a:cubicBezTo>
                    <a:pt x="50341" y="87511"/>
                    <a:pt x="35719" y="108998"/>
                    <a:pt x="35719" y="133945"/>
                  </a:cubicBezTo>
                  <a:lnTo>
                    <a:pt x="35719" y="205383"/>
                  </a:lnTo>
                  <a:lnTo>
                    <a:pt x="160734" y="205383"/>
                  </a:lnTo>
                  <a:lnTo>
                    <a:pt x="160734" y="133945"/>
                  </a:lnTo>
                  <a:cubicBezTo>
                    <a:pt x="160734" y="108998"/>
                    <a:pt x="146112" y="87511"/>
                    <a:pt x="125016" y="77465"/>
                  </a:cubicBezTo>
                  <a:lnTo>
                    <a:pt x="125016" y="58043"/>
                  </a:lnTo>
                  <a:lnTo>
                    <a:pt x="161292" y="58043"/>
                  </a:lnTo>
                  <a:cubicBezTo>
                    <a:pt x="162967" y="64573"/>
                    <a:pt x="168269" y="69707"/>
                    <a:pt x="175078" y="71103"/>
                  </a:cubicBezTo>
                  <a:lnTo>
                    <a:pt x="264375" y="88962"/>
                  </a:lnTo>
                  <a:cubicBezTo>
                    <a:pt x="269621" y="90022"/>
                    <a:pt x="275034" y="88627"/>
                    <a:pt x="279220" y="85279"/>
                  </a:cubicBezTo>
                  <a:cubicBezTo>
                    <a:pt x="283406" y="81930"/>
                    <a:pt x="285750" y="76795"/>
                    <a:pt x="285750" y="71438"/>
                  </a:cubicBezTo>
                  <a:lnTo>
                    <a:pt x="285750" y="17859"/>
                  </a:lnTo>
                  <a:close/>
                  <a:moveTo>
                    <a:pt x="160734" y="250031"/>
                  </a:moveTo>
                  <a:lnTo>
                    <a:pt x="160734" y="232172"/>
                  </a:lnTo>
                  <a:lnTo>
                    <a:pt x="35719" y="232172"/>
                  </a:lnTo>
                  <a:lnTo>
                    <a:pt x="35719" y="250031"/>
                  </a:lnTo>
                  <a:cubicBezTo>
                    <a:pt x="35719" y="269732"/>
                    <a:pt x="51736" y="285750"/>
                    <a:pt x="71438" y="285750"/>
                  </a:cubicBezTo>
                  <a:lnTo>
                    <a:pt x="125016" y="285750"/>
                  </a:lnTo>
                  <a:cubicBezTo>
                    <a:pt x="144717" y="285750"/>
                    <a:pt x="160734" y="269732"/>
                    <a:pt x="160734" y="250031"/>
                  </a:cubicBez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5E07D029-D6B4-1E6B-C93E-030C7DB935CE}"/>
                </a:ext>
              </a:extLst>
            </p:cNvPr>
            <p:cNvSpPr/>
            <p:nvPr/>
          </p:nvSpPr>
          <p:spPr>
            <a:xfrm>
              <a:off x="1085850" y="3900488"/>
              <a:ext cx="599122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250" b="1" dirty="0">
                  <a:latin typeface="Liter" pitchFamily="34" charset="0"/>
                  <a:ea typeface="Liter" pitchFamily="34" charset="-122"/>
                  <a:cs typeface="Liter" pitchFamily="34" charset="-120"/>
                </a:rPr>
                <a:t>PASS Technique</a:t>
              </a:r>
              <a:endParaRPr lang="en-US" sz="1600" dirty="0"/>
            </a:p>
          </p:txBody>
        </p:sp>
        <p:sp>
          <p:nvSpPr>
            <p:cNvPr id="36" name="Shape 10">
              <a:extLst>
                <a:ext uri="{FF2B5EF4-FFF2-40B4-BE49-F238E27FC236}">
                  <a16:creationId xmlns:a16="http://schemas.microsoft.com/office/drawing/2014/main" id="{D26CDBD5-9D3D-011D-0E6C-C1FA3E27F1C3}"/>
                </a:ext>
              </a:extLst>
            </p:cNvPr>
            <p:cNvSpPr/>
            <p:nvPr/>
          </p:nvSpPr>
          <p:spPr>
            <a:xfrm>
              <a:off x="1025906" y="4376242"/>
              <a:ext cx="905269" cy="838199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918A7D52-C4DF-BB5B-8C07-5E472F185313}"/>
                </a:ext>
              </a:extLst>
            </p:cNvPr>
            <p:cNvSpPr/>
            <p:nvPr/>
          </p:nvSpPr>
          <p:spPr>
            <a:xfrm>
              <a:off x="1287585" y="4609140"/>
              <a:ext cx="381910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5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</a:t>
              </a:r>
              <a:endParaRPr lang="en-US" sz="25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149B136F-D3E3-BE36-7091-43BD60D42594}"/>
                </a:ext>
              </a:extLst>
            </p:cNvPr>
            <p:cNvSpPr/>
            <p:nvPr/>
          </p:nvSpPr>
          <p:spPr>
            <a:xfrm>
              <a:off x="681037" y="5220053"/>
              <a:ext cx="152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500" b="1" dirty="0"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Pull</a:t>
              </a:r>
              <a:endParaRPr lang="en-US" sz="2500" dirty="0"/>
            </a:p>
          </p:txBody>
        </p:sp>
        <p:sp>
          <p:nvSpPr>
            <p:cNvPr id="44" name="Text 13">
              <a:extLst>
                <a:ext uri="{FF2B5EF4-FFF2-40B4-BE49-F238E27FC236}">
                  <a16:creationId xmlns:a16="http://schemas.microsoft.com/office/drawing/2014/main" id="{41BCEAA1-FDF0-9B5C-9378-DC13A7F1C3ED}"/>
                </a:ext>
              </a:extLst>
            </p:cNvPr>
            <p:cNvSpPr/>
            <p:nvPr/>
          </p:nvSpPr>
          <p:spPr>
            <a:xfrm>
              <a:off x="685800" y="5500688"/>
              <a:ext cx="15144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C00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the pin</a:t>
              </a:r>
              <a:endParaRPr lang="en-US" sz="2000" dirty="0">
                <a:solidFill>
                  <a:srgbClr val="FFC000"/>
                </a:solidFill>
              </a:endParaRPr>
            </a:p>
          </p:txBody>
        </p:sp>
        <p:sp>
          <p:nvSpPr>
            <p:cNvPr id="46" name="Text 15">
              <a:extLst>
                <a:ext uri="{FF2B5EF4-FFF2-40B4-BE49-F238E27FC236}">
                  <a16:creationId xmlns:a16="http://schemas.microsoft.com/office/drawing/2014/main" id="{F9C08265-3212-50FA-83D4-6A1130F05423}"/>
                </a:ext>
              </a:extLst>
            </p:cNvPr>
            <p:cNvSpPr/>
            <p:nvPr/>
          </p:nvSpPr>
          <p:spPr>
            <a:xfrm>
              <a:off x="2900124" y="4624388"/>
              <a:ext cx="266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500" b="1" dirty="0">
                  <a:solidFill>
                    <a:srgbClr val="1A202C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</a:t>
              </a:r>
              <a:endParaRPr lang="en-US" sz="2500" dirty="0"/>
            </a:p>
          </p:txBody>
        </p:sp>
        <p:sp>
          <p:nvSpPr>
            <p:cNvPr id="47" name="Text 16">
              <a:extLst>
                <a:ext uri="{FF2B5EF4-FFF2-40B4-BE49-F238E27FC236}">
                  <a16:creationId xmlns:a16="http://schemas.microsoft.com/office/drawing/2014/main" id="{3F3DBEF1-8A6E-5B73-5B1D-A722A50BF07F}"/>
                </a:ext>
              </a:extLst>
            </p:cNvPr>
            <p:cNvSpPr/>
            <p:nvPr/>
          </p:nvSpPr>
          <p:spPr>
            <a:xfrm>
              <a:off x="2271713" y="5195888"/>
              <a:ext cx="152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500" b="1" dirty="0"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Aim</a:t>
              </a:r>
              <a:endParaRPr lang="en-US" sz="2500" dirty="0"/>
            </a:p>
          </p:txBody>
        </p:sp>
        <p:sp>
          <p:nvSpPr>
            <p:cNvPr id="48" name="Text 17">
              <a:extLst>
                <a:ext uri="{FF2B5EF4-FFF2-40B4-BE49-F238E27FC236}">
                  <a16:creationId xmlns:a16="http://schemas.microsoft.com/office/drawing/2014/main" id="{C3AAD855-D6A8-7C0A-67EF-451EB6B5CFF2}"/>
                </a:ext>
              </a:extLst>
            </p:cNvPr>
            <p:cNvSpPr/>
            <p:nvPr/>
          </p:nvSpPr>
          <p:spPr>
            <a:xfrm>
              <a:off x="2276475" y="5500688"/>
              <a:ext cx="15144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C00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at base</a:t>
              </a:r>
              <a:endParaRPr lang="en-US" sz="2000" dirty="0">
                <a:solidFill>
                  <a:srgbClr val="FFC000"/>
                </a:solidFill>
              </a:endParaRPr>
            </a:p>
          </p:txBody>
        </p:sp>
        <p:sp>
          <p:nvSpPr>
            <p:cNvPr id="50" name="Text 19">
              <a:extLst>
                <a:ext uri="{FF2B5EF4-FFF2-40B4-BE49-F238E27FC236}">
                  <a16:creationId xmlns:a16="http://schemas.microsoft.com/office/drawing/2014/main" id="{28908D5A-5FEB-2222-809B-D68730784F08}"/>
                </a:ext>
              </a:extLst>
            </p:cNvPr>
            <p:cNvSpPr/>
            <p:nvPr/>
          </p:nvSpPr>
          <p:spPr>
            <a:xfrm>
              <a:off x="4496991" y="4624388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5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</a:t>
              </a:r>
              <a:endParaRPr lang="en-US" sz="2500" dirty="0"/>
            </a:p>
          </p:txBody>
        </p:sp>
        <p:sp>
          <p:nvSpPr>
            <p:cNvPr id="51" name="Text 20">
              <a:extLst>
                <a:ext uri="{FF2B5EF4-FFF2-40B4-BE49-F238E27FC236}">
                  <a16:creationId xmlns:a16="http://schemas.microsoft.com/office/drawing/2014/main" id="{D3EAEAB2-AAE6-1379-50F7-5E153977F95E}"/>
                </a:ext>
              </a:extLst>
            </p:cNvPr>
            <p:cNvSpPr/>
            <p:nvPr/>
          </p:nvSpPr>
          <p:spPr>
            <a:xfrm>
              <a:off x="3862387" y="5195888"/>
              <a:ext cx="152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500" b="1" dirty="0"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Squeeze</a:t>
              </a:r>
              <a:endParaRPr lang="en-US" sz="2500" dirty="0"/>
            </a:p>
          </p:txBody>
        </p:sp>
        <p:sp>
          <p:nvSpPr>
            <p:cNvPr id="52" name="Text 21">
              <a:extLst>
                <a:ext uri="{FF2B5EF4-FFF2-40B4-BE49-F238E27FC236}">
                  <a16:creationId xmlns:a16="http://schemas.microsoft.com/office/drawing/2014/main" id="{CA32B0EF-1413-6A18-69AE-72FC5DE4F7BD}"/>
                </a:ext>
              </a:extLst>
            </p:cNvPr>
            <p:cNvSpPr/>
            <p:nvPr/>
          </p:nvSpPr>
          <p:spPr>
            <a:xfrm>
              <a:off x="3867150" y="5500688"/>
              <a:ext cx="15144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C00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the handle</a:t>
              </a:r>
              <a:endParaRPr lang="en-US" sz="2000" dirty="0">
                <a:solidFill>
                  <a:srgbClr val="FFC000"/>
                </a:solidFill>
              </a:endParaRPr>
            </a:p>
          </p:txBody>
        </p:sp>
        <p:sp>
          <p:nvSpPr>
            <p:cNvPr id="54" name="Text 23">
              <a:extLst>
                <a:ext uri="{FF2B5EF4-FFF2-40B4-BE49-F238E27FC236}">
                  <a16:creationId xmlns:a16="http://schemas.microsoft.com/office/drawing/2014/main" id="{01346368-7D92-3B5A-C012-EB31E2527768}"/>
                </a:ext>
              </a:extLst>
            </p:cNvPr>
            <p:cNvSpPr/>
            <p:nvPr/>
          </p:nvSpPr>
          <p:spPr>
            <a:xfrm>
              <a:off x="6087666" y="4624388"/>
              <a:ext cx="2571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500" b="1" dirty="0">
                  <a:solidFill>
                    <a:srgbClr val="1A202C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</a:t>
              </a:r>
              <a:endParaRPr lang="en-US" sz="2500" dirty="0"/>
            </a:p>
          </p:txBody>
        </p:sp>
        <p:sp>
          <p:nvSpPr>
            <p:cNvPr id="55" name="Text 24">
              <a:extLst>
                <a:ext uri="{FF2B5EF4-FFF2-40B4-BE49-F238E27FC236}">
                  <a16:creationId xmlns:a16="http://schemas.microsoft.com/office/drawing/2014/main" id="{175560D8-01F7-720C-8963-9F79576AD844}"/>
                </a:ext>
              </a:extLst>
            </p:cNvPr>
            <p:cNvSpPr/>
            <p:nvPr/>
          </p:nvSpPr>
          <p:spPr>
            <a:xfrm>
              <a:off x="5453063" y="5195888"/>
              <a:ext cx="1524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500" b="1" dirty="0"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Sweep</a:t>
              </a:r>
              <a:endParaRPr lang="en-US" sz="2500" dirty="0"/>
            </a:p>
          </p:txBody>
        </p:sp>
        <p:sp>
          <p:nvSpPr>
            <p:cNvPr id="56" name="Text 25">
              <a:extLst>
                <a:ext uri="{FF2B5EF4-FFF2-40B4-BE49-F238E27FC236}">
                  <a16:creationId xmlns:a16="http://schemas.microsoft.com/office/drawing/2014/main" id="{6AB80BF8-F466-A890-4B8E-A5960EA95C65}"/>
                </a:ext>
              </a:extLst>
            </p:cNvPr>
            <p:cNvSpPr/>
            <p:nvPr/>
          </p:nvSpPr>
          <p:spPr>
            <a:xfrm>
              <a:off x="5457825" y="5500688"/>
              <a:ext cx="15144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rgbClr val="FFC00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side to side</a:t>
              </a:r>
              <a:endParaRPr lang="en-US" sz="2000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3289194-772C-A1F9-72FC-3D0D2C4E0818}"/>
              </a:ext>
            </a:extLst>
          </p:cNvPr>
          <p:cNvGrpSpPr/>
          <p:nvPr/>
        </p:nvGrpSpPr>
        <p:grpSpPr>
          <a:xfrm>
            <a:off x="12568645" y="3180323"/>
            <a:ext cx="4915172" cy="4563352"/>
            <a:chOff x="12232283" y="3049150"/>
            <a:chExt cx="3639290" cy="359328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220E863-7AA5-B6E1-BEE8-70A7280EA2C6}"/>
                </a:ext>
              </a:extLst>
            </p:cNvPr>
            <p:cNvGrpSpPr/>
            <p:nvPr/>
          </p:nvGrpSpPr>
          <p:grpSpPr>
            <a:xfrm>
              <a:off x="12232283" y="3049150"/>
              <a:ext cx="3639290" cy="3593281"/>
              <a:chOff x="14619250" y="705919"/>
              <a:chExt cx="4020290" cy="4009813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43F2A73-454A-3628-D689-D6AC180C3438}"/>
                  </a:ext>
                </a:extLst>
              </p:cNvPr>
              <p:cNvSpPr/>
              <p:nvPr/>
            </p:nvSpPr>
            <p:spPr>
              <a:xfrm>
                <a:off x="14619250" y="705919"/>
                <a:ext cx="4020290" cy="400981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2500" b="1" dirty="0">
                    <a:solidFill>
                      <a:srgbClr val="005592"/>
                    </a:solidFill>
                  </a:rPr>
                  <a:t>       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70477E-76BD-1109-672D-70B6969DE921}"/>
                  </a:ext>
                </a:extLst>
              </p:cNvPr>
              <p:cNvSpPr txBox="1"/>
              <p:nvPr/>
            </p:nvSpPr>
            <p:spPr>
              <a:xfrm>
                <a:off x="15304855" y="1086682"/>
                <a:ext cx="2324043" cy="4867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solidFill>
                      <a:srgbClr val="005592"/>
                    </a:solidFill>
                  </a:rPr>
                  <a:t>Fire Extinguisher</a:t>
                </a:r>
                <a:endParaRPr lang="en-IN" sz="3000" b="1" dirty="0">
                  <a:solidFill>
                    <a:srgbClr val="005592"/>
                  </a:solidFill>
                </a:endParaRPr>
              </a:p>
            </p:txBody>
          </p:sp>
          <p:sp>
            <p:nvSpPr>
              <p:cNvPr id="39" name="Text 14">
                <a:extLst>
                  <a:ext uri="{FF2B5EF4-FFF2-40B4-BE49-F238E27FC236}">
                    <a16:creationId xmlns:a16="http://schemas.microsoft.com/office/drawing/2014/main" id="{7C9446D3-23B6-80E1-7F81-C963D46ED742}"/>
                  </a:ext>
                </a:extLst>
              </p:cNvPr>
              <p:cNvSpPr/>
              <p:nvPr/>
            </p:nvSpPr>
            <p:spPr>
              <a:xfrm>
                <a:off x="14874242" y="1658940"/>
                <a:ext cx="3205841" cy="27953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40000"/>
                  </a:lnSpc>
                </a:pPr>
                <a:r>
                  <a:rPr lang="en-US" sz="3000" b="1" dirty="0">
                    <a:solidFill>
                      <a:srgbClr val="FF0000"/>
                    </a:solidFill>
                    <a:ea typeface="Quattrocento Sans" pitchFamily="34" charset="-122"/>
                    <a:cs typeface="Quattrocento Sans" pitchFamily="34" charset="-120"/>
                  </a:rPr>
                  <a:t>Strategic placement within 100 ft of fire hazards along with weekly visual inspection.</a:t>
                </a:r>
                <a:endParaRPr lang="en-US" sz="30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61" name="Shape 8">
              <a:extLst>
                <a:ext uri="{FF2B5EF4-FFF2-40B4-BE49-F238E27FC236}">
                  <a16:creationId xmlns:a16="http://schemas.microsoft.com/office/drawing/2014/main" id="{B28CAD8D-1050-79D0-B31E-94F114E9DA36}"/>
                </a:ext>
              </a:extLst>
            </p:cNvPr>
            <p:cNvSpPr/>
            <p:nvPr/>
          </p:nvSpPr>
          <p:spPr>
            <a:xfrm>
              <a:off x="12433241" y="3343313"/>
              <a:ext cx="473597" cy="488342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7859"/>
                  </a:moveTo>
                  <a:cubicBezTo>
                    <a:pt x="285750" y="12502"/>
                    <a:pt x="283350" y="7423"/>
                    <a:pt x="279220" y="4074"/>
                  </a:cubicBezTo>
                  <a:cubicBezTo>
                    <a:pt x="275090" y="726"/>
                    <a:pt x="269621" y="-726"/>
                    <a:pt x="264375" y="335"/>
                  </a:cubicBezTo>
                  <a:lnTo>
                    <a:pt x="175078" y="18194"/>
                  </a:lnTo>
                  <a:cubicBezTo>
                    <a:pt x="168269" y="19590"/>
                    <a:pt x="162967" y="24724"/>
                    <a:pt x="161292" y="31254"/>
                  </a:cubicBezTo>
                  <a:lnTo>
                    <a:pt x="125016" y="31254"/>
                  </a:lnTo>
                  <a:lnTo>
                    <a:pt x="125016" y="17859"/>
                  </a:lnTo>
                  <a:cubicBezTo>
                    <a:pt x="125016" y="7981"/>
                    <a:pt x="117035" y="0"/>
                    <a:pt x="107156" y="0"/>
                  </a:cubicBezTo>
                  <a:lnTo>
                    <a:pt x="89297" y="0"/>
                  </a:lnTo>
                  <a:cubicBezTo>
                    <a:pt x="79418" y="0"/>
                    <a:pt x="71438" y="7981"/>
                    <a:pt x="71438" y="17859"/>
                  </a:cubicBezTo>
                  <a:lnTo>
                    <a:pt x="71438" y="33710"/>
                  </a:lnTo>
                  <a:cubicBezTo>
                    <a:pt x="40574" y="40574"/>
                    <a:pt x="14901" y="61336"/>
                    <a:pt x="1395" y="89018"/>
                  </a:cubicBezTo>
                  <a:cubicBezTo>
                    <a:pt x="-1842" y="95659"/>
                    <a:pt x="893" y="103696"/>
                    <a:pt x="7590" y="106933"/>
                  </a:cubicBezTo>
                  <a:cubicBezTo>
                    <a:pt x="14287" y="110170"/>
                    <a:pt x="22268" y="107435"/>
                    <a:pt x="25505" y="100738"/>
                  </a:cubicBezTo>
                  <a:cubicBezTo>
                    <a:pt x="34603" y="81986"/>
                    <a:pt x="51234" y="67587"/>
                    <a:pt x="71438" y="61392"/>
                  </a:cubicBezTo>
                  <a:lnTo>
                    <a:pt x="71438" y="77465"/>
                  </a:lnTo>
                  <a:cubicBezTo>
                    <a:pt x="50341" y="87511"/>
                    <a:pt x="35719" y="108998"/>
                    <a:pt x="35719" y="133945"/>
                  </a:cubicBezTo>
                  <a:lnTo>
                    <a:pt x="35719" y="205383"/>
                  </a:lnTo>
                  <a:lnTo>
                    <a:pt x="160734" y="205383"/>
                  </a:lnTo>
                  <a:lnTo>
                    <a:pt x="160734" y="133945"/>
                  </a:lnTo>
                  <a:cubicBezTo>
                    <a:pt x="160734" y="108998"/>
                    <a:pt x="146112" y="87511"/>
                    <a:pt x="125016" y="77465"/>
                  </a:cubicBezTo>
                  <a:lnTo>
                    <a:pt x="125016" y="58043"/>
                  </a:lnTo>
                  <a:lnTo>
                    <a:pt x="161292" y="58043"/>
                  </a:lnTo>
                  <a:cubicBezTo>
                    <a:pt x="162967" y="64573"/>
                    <a:pt x="168269" y="69707"/>
                    <a:pt x="175078" y="71103"/>
                  </a:cubicBezTo>
                  <a:lnTo>
                    <a:pt x="264375" y="88962"/>
                  </a:lnTo>
                  <a:cubicBezTo>
                    <a:pt x="269621" y="90022"/>
                    <a:pt x="275034" y="88627"/>
                    <a:pt x="279220" y="85279"/>
                  </a:cubicBezTo>
                  <a:cubicBezTo>
                    <a:pt x="283406" y="81930"/>
                    <a:pt x="285750" y="76795"/>
                    <a:pt x="285750" y="71438"/>
                  </a:cubicBezTo>
                  <a:lnTo>
                    <a:pt x="285750" y="17859"/>
                  </a:lnTo>
                  <a:close/>
                  <a:moveTo>
                    <a:pt x="160734" y="250031"/>
                  </a:moveTo>
                  <a:lnTo>
                    <a:pt x="160734" y="232172"/>
                  </a:lnTo>
                  <a:lnTo>
                    <a:pt x="35719" y="232172"/>
                  </a:lnTo>
                  <a:lnTo>
                    <a:pt x="35719" y="250031"/>
                  </a:lnTo>
                  <a:cubicBezTo>
                    <a:pt x="35719" y="269732"/>
                    <a:pt x="51736" y="285750"/>
                    <a:pt x="71438" y="285750"/>
                  </a:cubicBezTo>
                  <a:lnTo>
                    <a:pt x="125016" y="285750"/>
                  </a:lnTo>
                  <a:cubicBezTo>
                    <a:pt x="144717" y="285750"/>
                    <a:pt x="160734" y="269732"/>
                    <a:pt x="160734" y="250031"/>
                  </a:cubicBez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62" name="object 28">
            <a:extLst>
              <a:ext uri="{FF2B5EF4-FFF2-40B4-BE49-F238E27FC236}">
                <a16:creationId xmlns:a16="http://schemas.microsoft.com/office/drawing/2014/main" id="{1B1DBC83-48B4-CD76-E598-92951EC560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977" y="6499292"/>
            <a:ext cx="3810567" cy="3572273"/>
          </a:xfrm>
          <a:prstGeom prst="rect">
            <a:avLst/>
          </a:prstGeom>
        </p:spPr>
      </p:pic>
      <p:pic>
        <p:nvPicPr>
          <p:cNvPr id="63" name="object 29">
            <a:extLst>
              <a:ext uri="{FF2B5EF4-FFF2-40B4-BE49-F238E27FC236}">
                <a16:creationId xmlns:a16="http://schemas.microsoft.com/office/drawing/2014/main" id="{8805DCC5-5A06-6E0D-6F38-8559164B4D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2724" y="6467546"/>
            <a:ext cx="3678014" cy="3593281"/>
          </a:xfrm>
          <a:prstGeom prst="rect">
            <a:avLst/>
          </a:prstGeom>
        </p:spPr>
      </p:pic>
      <p:pic>
        <p:nvPicPr>
          <p:cNvPr id="64" name="object 30">
            <a:extLst>
              <a:ext uri="{FF2B5EF4-FFF2-40B4-BE49-F238E27FC236}">
                <a16:creationId xmlns:a16="http://schemas.microsoft.com/office/drawing/2014/main" id="{3D1DA659-7D0A-D659-69DF-1D7B50B22E1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6141" y="6472016"/>
            <a:ext cx="4116712" cy="357227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D2C0EEE-C22C-F412-9364-D5B1DF526A40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1" name="object 3">
              <a:extLst>
                <a:ext uri="{FF2B5EF4-FFF2-40B4-BE49-F238E27FC236}">
                  <a16:creationId xmlns:a16="http://schemas.microsoft.com/office/drawing/2014/main" id="{3B8396E5-CEEE-334E-53C4-43F39E857D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74" name="object 4">
                <a:extLst>
                  <a:ext uri="{FF2B5EF4-FFF2-40B4-BE49-F238E27FC236}">
                    <a16:creationId xmlns:a16="http://schemas.microsoft.com/office/drawing/2014/main" id="{F33C24B2-A6F8-4AD3-4920-73FC2E9CD0D9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75" name="object 5">
                <a:extLst>
                  <a:ext uri="{FF2B5EF4-FFF2-40B4-BE49-F238E27FC236}">
                    <a16:creationId xmlns:a16="http://schemas.microsoft.com/office/drawing/2014/main" id="{FA02FFB1-2D79-D019-382E-F02067B4563B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76" name="object 6">
                <a:extLst>
                  <a:ext uri="{FF2B5EF4-FFF2-40B4-BE49-F238E27FC236}">
                    <a16:creationId xmlns:a16="http://schemas.microsoft.com/office/drawing/2014/main" id="{E0051B30-BACE-B84D-79A2-4C1869854B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">
                <a:extLst>
                  <a:ext uri="{FF2B5EF4-FFF2-40B4-BE49-F238E27FC236}">
                    <a16:creationId xmlns:a16="http://schemas.microsoft.com/office/drawing/2014/main" id="{2D4A136B-0A9E-FF51-25F2-670B5C50DBB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8" name="object 8">
                <a:extLst>
                  <a:ext uri="{FF2B5EF4-FFF2-40B4-BE49-F238E27FC236}">
                    <a16:creationId xmlns:a16="http://schemas.microsoft.com/office/drawing/2014/main" id="{9A314129-69B0-C685-95A3-073C3349A42D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79" name="object 9">
                <a:extLst>
                  <a:ext uri="{FF2B5EF4-FFF2-40B4-BE49-F238E27FC236}">
                    <a16:creationId xmlns:a16="http://schemas.microsoft.com/office/drawing/2014/main" id="{9EA25940-F5A9-9346-CF46-B3C457381D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0" name="object 10">
                <a:extLst>
                  <a:ext uri="{FF2B5EF4-FFF2-40B4-BE49-F238E27FC236}">
                    <a16:creationId xmlns:a16="http://schemas.microsoft.com/office/drawing/2014/main" id="{D989371B-35BF-9AF8-3BF2-20BF900355FB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81" name="object 11">
                <a:extLst>
                  <a:ext uri="{FF2B5EF4-FFF2-40B4-BE49-F238E27FC236}">
                    <a16:creationId xmlns:a16="http://schemas.microsoft.com/office/drawing/2014/main" id="{B9482A26-103A-B144-1BC2-7A238A277E9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12">
                <a:extLst>
                  <a:ext uri="{FF2B5EF4-FFF2-40B4-BE49-F238E27FC236}">
                    <a16:creationId xmlns:a16="http://schemas.microsoft.com/office/drawing/2014/main" id="{A91A077B-7B63-8BEC-7346-8F156819BB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3" name="object 13">
                <a:extLst>
                  <a:ext uri="{FF2B5EF4-FFF2-40B4-BE49-F238E27FC236}">
                    <a16:creationId xmlns:a16="http://schemas.microsoft.com/office/drawing/2014/main" id="{56872354-A72B-5AB4-E189-E781D9268AD4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84" name="object 14">
                <a:extLst>
                  <a:ext uri="{FF2B5EF4-FFF2-40B4-BE49-F238E27FC236}">
                    <a16:creationId xmlns:a16="http://schemas.microsoft.com/office/drawing/2014/main" id="{B0F6CF89-E17B-5562-C92C-C425BDD93508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33" name="object 15">
              <a:extLst>
                <a:ext uri="{FF2B5EF4-FFF2-40B4-BE49-F238E27FC236}">
                  <a16:creationId xmlns:a16="http://schemas.microsoft.com/office/drawing/2014/main" id="{99792102-EF95-B051-72A3-B38BAD704D45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42" name="object 16">
              <a:extLst>
                <a:ext uri="{FF2B5EF4-FFF2-40B4-BE49-F238E27FC236}">
                  <a16:creationId xmlns:a16="http://schemas.microsoft.com/office/drawing/2014/main" id="{E1B33A1A-DFE5-CEEE-38A3-096258F305AC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45" name="object 17">
              <a:extLst>
                <a:ext uri="{FF2B5EF4-FFF2-40B4-BE49-F238E27FC236}">
                  <a16:creationId xmlns:a16="http://schemas.microsoft.com/office/drawing/2014/main" id="{41AAA0FE-5BED-4439-E805-7A15D2542532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49" name="object 18">
              <a:extLst>
                <a:ext uri="{FF2B5EF4-FFF2-40B4-BE49-F238E27FC236}">
                  <a16:creationId xmlns:a16="http://schemas.microsoft.com/office/drawing/2014/main" id="{56D62FF5-EC1A-39CC-5C1C-5EEF734C7384}"/>
                </a:ext>
              </a:extLst>
            </p:cNvPr>
            <p:cNvPicPr>
              <a:picLocks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53" name="object 19">
              <a:extLst>
                <a:ext uri="{FF2B5EF4-FFF2-40B4-BE49-F238E27FC236}">
                  <a16:creationId xmlns:a16="http://schemas.microsoft.com/office/drawing/2014/main" id="{B040ABFC-E023-B1C9-3AB0-0814DD7B69DC}"/>
                </a:ext>
              </a:extLst>
            </p:cNvPr>
            <p:cNvPicPr>
              <a:picLocks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66" name="object 20">
              <a:extLst>
                <a:ext uri="{FF2B5EF4-FFF2-40B4-BE49-F238E27FC236}">
                  <a16:creationId xmlns:a16="http://schemas.microsoft.com/office/drawing/2014/main" id="{3018DFBA-C27C-DAC0-9B78-919C928FEEB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67" name="object 21">
                <a:extLst>
                  <a:ext uri="{FF2B5EF4-FFF2-40B4-BE49-F238E27FC236}">
                    <a16:creationId xmlns:a16="http://schemas.microsoft.com/office/drawing/2014/main" id="{61260F73-B500-6976-1060-81BC2E4309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22">
                <a:extLst>
                  <a:ext uri="{FF2B5EF4-FFF2-40B4-BE49-F238E27FC236}">
                    <a16:creationId xmlns:a16="http://schemas.microsoft.com/office/drawing/2014/main" id="{73113189-CB16-6611-B793-7C72DD3B07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23">
                <a:extLst>
                  <a:ext uri="{FF2B5EF4-FFF2-40B4-BE49-F238E27FC236}">
                    <a16:creationId xmlns:a16="http://schemas.microsoft.com/office/drawing/2014/main" id="{4277E046-49A2-5A00-38E0-A278A09BFC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24">
                <a:extLst>
                  <a:ext uri="{FF2B5EF4-FFF2-40B4-BE49-F238E27FC236}">
                    <a16:creationId xmlns:a16="http://schemas.microsoft.com/office/drawing/2014/main" id="{CB8BE714-741C-CA8E-6CCD-22CDAD0EFC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1" name="object 25">
                <a:extLst>
                  <a:ext uri="{FF2B5EF4-FFF2-40B4-BE49-F238E27FC236}">
                    <a16:creationId xmlns:a16="http://schemas.microsoft.com/office/drawing/2014/main" id="{57A042DD-289E-BF7F-1F9A-D37A36D4465E}"/>
                  </a:ext>
                </a:extLst>
              </p:cNvPr>
              <p:cNvPicPr>
                <a:picLocks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72" name="object 26">
                <a:extLst>
                  <a:ext uri="{FF2B5EF4-FFF2-40B4-BE49-F238E27FC236}">
                    <a16:creationId xmlns:a16="http://schemas.microsoft.com/office/drawing/2014/main" id="{E38134D0-B426-73F5-8EAE-42EDF5CEE2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3" name="object 27">
                <a:extLst>
                  <a:ext uri="{FF2B5EF4-FFF2-40B4-BE49-F238E27FC236}">
                    <a16:creationId xmlns:a16="http://schemas.microsoft.com/office/drawing/2014/main" id="{61A7F481-25D7-8AF4-317E-2C7940458DD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0918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E1F003-BB97-1FE3-26CD-5ADE297A5B76}"/>
              </a:ext>
            </a:extLst>
          </p:cNvPr>
          <p:cNvSpPr txBox="1"/>
          <p:nvPr/>
        </p:nvSpPr>
        <p:spPr>
          <a:xfrm>
            <a:off x="-12992" y="-9112"/>
            <a:ext cx="18300992" cy="1938992"/>
          </a:xfrm>
          <a:prstGeom prst="rect">
            <a:avLst/>
          </a:prstGeom>
          <a:noFill/>
          <a:ln w="47625">
            <a:noFill/>
          </a:ln>
        </p:spPr>
        <p:txBody>
          <a:bodyPr wrap="square" lIns="90000" rtlCol="0">
            <a:spAutoFit/>
          </a:bodyPr>
          <a:lstStyle/>
          <a:p>
            <a:pPr algn="ctr"/>
            <a:r>
              <a:rPr lang="en-US" sz="6000" b="1" spc="-50" dirty="0">
                <a:solidFill>
                  <a:schemeClr val="tx2"/>
                </a:solidFill>
              </a:rPr>
              <a:t>STANDARD</a:t>
            </a:r>
            <a:r>
              <a:rPr lang="en-US" sz="6000" b="1" spc="-130" dirty="0">
                <a:solidFill>
                  <a:schemeClr val="tx2"/>
                </a:solidFill>
              </a:rPr>
              <a:t> </a:t>
            </a:r>
            <a:r>
              <a:rPr lang="en-US" sz="6000" b="1" dirty="0">
                <a:solidFill>
                  <a:schemeClr val="tx2"/>
                </a:solidFill>
              </a:rPr>
              <a:t>PROCEDURES</a:t>
            </a:r>
            <a:r>
              <a:rPr lang="en-US" sz="6000" b="1" spc="-155" dirty="0">
                <a:solidFill>
                  <a:schemeClr val="tx2"/>
                </a:solidFill>
              </a:rPr>
              <a:t> </a:t>
            </a:r>
            <a:r>
              <a:rPr lang="en-US" sz="6000" b="1" spc="-25" dirty="0">
                <a:solidFill>
                  <a:schemeClr val="tx2"/>
                </a:solidFill>
              </a:rPr>
              <a:t>FOR </a:t>
            </a:r>
            <a:r>
              <a:rPr lang="en-US" sz="6000" b="1" dirty="0">
                <a:solidFill>
                  <a:schemeClr val="tx2"/>
                </a:solidFill>
              </a:rPr>
              <a:t>ELECTRICALSAFETY</a:t>
            </a:r>
          </a:p>
          <a:p>
            <a:pPr algn="ctr"/>
            <a:r>
              <a:rPr lang="en-US" sz="6000" b="1" spc="-10" dirty="0">
                <a:solidFill>
                  <a:schemeClr val="tx2"/>
                </a:solidFill>
              </a:rPr>
              <a:t>BEING FOLLOWED</a:t>
            </a:r>
            <a:r>
              <a:rPr lang="en-US" sz="6000" b="1" spc="-155" dirty="0">
                <a:solidFill>
                  <a:schemeClr val="tx2"/>
                </a:solidFill>
              </a:rPr>
              <a:t> </a:t>
            </a:r>
            <a:r>
              <a:rPr lang="en-US" sz="6000" b="1" dirty="0">
                <a:solidFill>
                  <a:schemeClr val="tx2"/>
                </a:solidFill>
              </a:rPr>
              <a:t>TO</a:t>
            </a:r>
            <a:r>
              <a:rPr lang="en-US" sz="6000" b="1" spc="-150" dirty="0">
                <a:solidFill>
                  <a:schemeClr val="tx2"/>
                </a:solidFill>
              </a:rPr>
              <a:t> </a:t>
            </a:r>
            <a:r>
              <a:rPr lang="en-US" sz="6000" b="1" spc="-10" dirty="0">
                <a:solidFill>
                  <a:schemeClr val="tx2"/>
                </a:solidFill>
              </a:rPr>
              <a:t>PREVENT HAZARDS</a:t>
            </a:r>
            <a:endParaRPr lang="en-US" sz="6000" b="1" dirty="0">
              <a:solidFill>
                <a:schemeClr val="tx2"/>
              </a:solidFill>
            </a:endParaRPr>
          </a:p>
        </p:txBody>
      </p:sp>
      <p:pic>
        <p:nvPicPr>
          <p:cNvPr id="34" name="object 29">
            <a:extLst>
              <a:ext uri="{FF2B5EF4-FFF2-40B4-BE49-F238E27FC236}">
                <a16:creationId xmlns:a16="http://schemas.microsoft.com/office/drawing/2014/main" id="{D4D67C16-20C9-2CE8-FC91-594146C3EC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2992" y="1901935"/>
            <a:ext cx="9066175" cy="432938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5A2F79CF-3A18-6E33-356C-291CCC665F1F}"/>
              </a:ext>
            </a:extLst>
          </p:cNvPr>
          <p:cNvGrpSpPr/>
          <p:nvPr/>
        </p:nvGrpSpPr>
        <p:grpSpPr>
          <a:xfrm>
            <a:off x="9448915" y="1948315"/>
            <a:ext cx="3200285" cy="3195185"/>
            <a:chOff x="9448915" y="1948315"/>
            <a:chExt cx="3200285" cy="319518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30217A1-EB37-36FC-4AF2-6E5AE6943CDD}"/>
                </a:ext>
              </a:extLst>
            </p:cNvPr>
            <p:cNvGrpSpPr/>
            <p:nvPr/>
          </p:nvGrpSpPr>
          <p:grpSpPr>
            <a:xfrm>
              <a:off x="9448915" y="1948315"/>
              <a:ext cx="3200285" cy="3195185"/>
              <a:chOff x="14619250" y="705919"/>
              <a:chExt cx="4020290" cy="4009813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4247E63-2EBF-2138-A300-BC33B3FC47CA}"/>
                  </a:ext>
                </a:extLst>
              </p:cNvPr>
              <p:cNvSpPr/>
              <p:nvPr/>
            </p:nvSpPr>
            <p:spPr>
              <a:xfrm>
                <a:off x="14619250" y="705919"/>
                <a:ext cx="4020290" cy="400981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2500" b="1" dirty="0">
                    <a:solidFill>
                      <a:srgbClr val="005592"/>
                    </a:solidFill>
                  </a:rPr>
                  <a:t>      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4957CC-19ED-28D6-B9E5-0A7D21BD2888}"/>
                  </a:ext>
                </a:extLst>
              </p:cNvPr>
              <p:cNvSpPr txBox="1"/>
              <p:nvPr/>
            </p:nvSpPr>
            <p:spPr>
              <a:xfrm>
                <a:off x="15368778" y="971509"/>
                <a:ext cx="3254605" cy="517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000" b="1" dirty="0">
                    <a:solidFill>
                      <a:schemeClr val="tx2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Qualified Personnel</a:t>
                </a:r>
                <a:endParaRPr lang="en-US" sz="20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4" name="Text 14">
                <a:extLst>
                  <a:ext uri="{FF2B5EF4-FFF2-40B4-BE49-F238E27FC236}">
                    <a16:creationId xmlns:a16="http://schemas.microsoft.com/office/drawing/2014/main" id="{8DC96284-B810-903D-85CE-1FA22DD1FBDE}"/>
                  </a:ext>
                </a:extLst>
              </p:cNvPr>
              <p:cNvSpPr/>
              <p:nvPr/>
            </p:nvSpPr>
            <p:spPr>
              <a:xfrm>
                <a:off x="14838240" y="1754105"/>
                <a:ext cx="3205840" cy="16818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20000"/>
                  </a:lnSpc>
                </a:pPr>
                <a:r>
                  <a:rPr lang="en-US" sz="2000" dirty="0">
                    <a:solidFill>
                      <a:schemeClr val="tx2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Only trained and authorized workers perform electrical tasks. Competency verification required.</a:t>
                </a:r>
                <a:endParaRPr lang="en-US" sz="24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n-US" sz="20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4A034BE-E365-4EEA-29D9-73F1FCC959A0}"/>
                </a:ext>
              </a:extLst>
            </p:cNvPr>
            <p:cNvGrpSpPr/>
            <p:nvPr/>
          </p:nvGrpSpPr>
          <p:grpSpPr>
            <a:xfrm>
              <a:off x="9512164" y="2061134"/>
              <a:ext cx="533400" cy="609600"/>
              <a:chOff x="6477000" y="3452813"/>
              <a:chExt cx="533400" cy="533400"/>
            </a:xfrm>
          </p:grpSpPr>
          <p:sp>
            <p:nvSpPr>
              <p:cNvPr id="47" name="Shape 30">
                <a:extLst>
                  <a:ext uri="{FF2B5EF4-FFF2-40B4-BE49-F238E27FC236}">
                    <a16:creationId xmlns:a16="http://schemas.microsoft.com/office/drawing/2014/main" id="{4786F347-088F-B726-E334-59E7111FB1F7}"/>
                  </a:ext>
                </a:extLst>
              </p:cNvPr>
              <p:cNvSpPr/>
              <p:nvPr/>
            </p:nvSpPr>
            <p:spPr>
              <a:xfrm>
                <a:off x="6477000" y="3452813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266700" y="0"/>
                    </a:moveTo>
                    <a:lnTo>
                      <a:pt x="266700" y="0"/>
                    </a:lnTo>
                    <a:cubicBezTo>
                      <a:pt x="413896" y="0"/>
                      <a:pt x="533400" y="119504"/>
                      <a:pt x="533400" y="266700"/>
                    </a:cubicBezTo>
                    <a:lnTo>
                      <a:pt x="533400" y="266700"/>
                    </a:lnTo>
                    <a:cubicBezTo>
                      <a:pt x="533400" y="413896"/>
                      <a:pt x="413896" y="533400"/>
                      <a:pt x="266700" y="533400"/>
                    </a:cubicBezTo>
                    <a:lnTo>
                      <a:pt x="266700" y="533400"/>
                    </a:lnTo>
                    <a:cubicBezTo>
                      <a:pt x="119504" y="533400"/>
                      <a:pt x="0" y="413896"/>
                      <a:pt x="0" y="266700"/>
                    </a:cubicBezTo>
                    <a:lnTo>
                      <a:pt x="0" y="266700"/>
                    </a:lnTo>
                    <a:cubicBezTo>
                      <a:pt x="0" y="119504"/>
                      <a:pt x="119504" y="0"/>
                      <a:pt x="266700" y="0"/>
                    </a:cubicBezTo>
                    <a:close/>
                  </a:path>
                </a:pathLst>
              </a:custGeom>
              <a:solidFill>
                <a:srgbClr val="E53E3E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Shape 31">
                <a:extLst>
                  <a:ext uri="{FF2B5EF4-FFF2-40B4-BE49-F238E27FC236}">
                    <a16:creationId xmlns:a16="http://schemas.microsoft.com/office/drawing/2014/main" id="{9331162A-90B2-3529-AF6F-87B2BD3AA5FF}"/>
                  </a:ext>
                </a:extLst>
              </p:cNvPr>
              <p:cNvSpPr/>
              <p:nvPr/>
            </p:nvSpPr>
            <p:spPr>
              <a:xfrm>
                <a:off x="6615113" y="3605213"/>
                <a:ext cx="2571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100013" y="110728"/>
                    </a:moveTo>
                    <a:cubicBezTo>
                      <a:pt x="129583" y="110728"/>
                      <a:pt x="153591" y="86721"/>
                      <a:pt x="153591" y="57150"/>
                    </a:cubicBezTo>
                    <a:cubicBezTo>
                      <a:pt x="153591" y="27579"/>
                      <a:pt x="129583" y="3572"/>
                      <a:pt x="100013" y="3572"/>
                    </a:cubicBezTo>
                    <a:cubicBezTo>
                      <a:pt x="70442" y="3572"/>
                      <a:pt x="46434" y="27579"/>
                      <a:pt x="46434" y="57150"/>
                    </a:cubicBezTo>
                    <a:cubicBezTo>
                      <a:pt x="46434" y="86721"/>
                      <a:pt x="70442" y="110728"/>
                      <a:pt x="100012" y="110728"/>
                    </a:cubicBezTo>
                    <a:close/>
                    <a:moveTo>
                      <a:pt x="86752" y="135731"/>
                    </a:moveTo>
                    <a:cubicBezTo>
                      <a:pt x="42773" y="135731"/>
                      <a:pt x="7144" y="171361"/>
                      <a:pt x="7144" y="215339"/>
                    </a:cubicBezTo>
                    <a:cubicBezTo>
                      <a:pt x="7144" y="222662"/>
                      <a:pt x="13082" y="228600"/>
                      <a:pt x="20404" y="228600"/>
                    </a:cubicBezTo>
                    <a:lnTo>
                      <a:pt x="132695" y="228600"/>
                    </a:lnTo>
                    <a:cubicBezTo>
                      <a:pt x="116532" y="209580"/>
                      <a:pt x="107156" y="185068"/>
                      <a:pt x="107156" y="159127"/>
                    </a:cubicBezTo>
                    <a:lnTo>
                      <a:pt x="107156" y="145241"/>
                    </a:lnTo>
                    <a:cubicBezTo>
                      <a:pt x="107156" y="141982"/>
                      <a:pt x="107603" y="138767"/>
                      <a:pt x="108451" y="135731"/>
                    </a:cubicBezTo>
                    <a:lnTo>
                      <a:pt x="86752" y="135731"/>
                    </a:lnTo>
                    <a:close/>
                    <a:moveTo>
                      <a:pt x="198819" y="218108"/>
                    </a:moveTo>
                    <a:lnTo>
                      <a:pt x="192881" y="220920"/>
                    </a:lnTo>
                    <a:lnTo>
                      <a:pt x="192881" y="136937"/>
                    </a:lnTo>
                    <a:lnTo>
                      <a:pt x="235744" y="151224"/>
                    </a:lnTo>
                    <a:lnTo>
                      <a:pt x="235744" y="159975"/>
                    </a:lnTo>
                    <a:cubicBezTo>
                      <a:pt x="235744" y="184889"/>
                      <a:pt x="221367" y="207526"/>
                      <a:pt x="198819" y="218152"/>
                    </a:cubicBezTo>
                    <a:close/>
                    <a:moveTo>
                      <a:pt x="188372" y="115863"/>
                    </a:moveTo>
                    <a:lnTo>
                      <a:pt x="138366" y="132517"/>
                    </a:lnTo>
                    <a:cubicBezTo>
                      <a:pt x="132517" y="134481"/>
                      <a:pt x="128588" y="139928"/>
                      <a:pt x="128588" y="146090"/>
                    </a:cubicBezTo>
                    <a:lnTo>
                      <a:pt x="128588" y="159975"/>
                    </a:lnTo>
                    <a:cubicBezTo>
                      <a:pt x="128588" y="193194"/>
                      <a:pt x="147786" y="223421"/>
                      <a:pt x="177790" y="237530"/>
                    </a:cubicBezTo>
                    <a:lnTo>
                      <a:pt x="186050" y="241414"/>
                    </a:lnTo>
                    <a:cubicBezTo>
                      <a:pt x="188193" y="242396"/>
                      <a:pt x="190515" y="242932"/>
                      <a:pt x="192837" y="242932"/>
                    </a:cubicBezTo>
                    <a:cubicBezTo>
                      <a:pt x="195158" y="242932"/>
                      <a:pt x="197525" y="242396"/>
                      <a:pt x="199623" y="241414"/>
                    </a:cubicBezTo>
                    <a:lnTo>
                      <a:pt x="207883" y="237530"/>
                    </a:lnTo>
                    <a:cubicBezTo>
                      <a:pt x="237976" y="223376"/>
                      <a:pt x="257175" y="193149"/>
                      <a:pt x="257175" y="159931"/>
                    </a:cubicBezTo>
                    <a:lnTo>
                      <a:pt x="257175" y="146045"/>
                    </a:lnTo>
                    <a:cubicBezTo>
                      <a:pt x="257175" y="139884"/>
                      <a:pt x="253246" y="134436"/>
                      <a:pt x="247397" y="132472"/>
                    </a:cubicBezTo>
                    <a:lnTo>
                      <a:pt x="197391" y="115818"/>
                    </a:lnTo>
                    <a:cubicBezTo>
                      <a:pt x="194444" y="114836"/>
                      <a:pt x="191274" y="114836"/>
                      <a:pt x="188372" y="115818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3F04E03-7D79-964B-6B55-B62D43A028CC}"/>
              </a:ext>
            </a:extLst>
          </p:cNvPr>
          <p:cNvGrpSpPr/>
          <p:nvPr/>
        </p:nvGrpSpPr>
        <p:grpSpPr>
          <a:xfrm>
            <a:off x="13134000" y="1948315"/>
            <a:ext cx="3200285" cy="3195185"/>
            <a:chOff x="13134000" y="1948315"/>
            <a:chExt cx="3200285" cy="3195185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A725357-0B72-2FAF-CC1A-2A4F1B212A19}"/>
                </a:ext>
              </a:extLst>
            </p:cNvPr>
            <p:cNvGrpSpPr/>
            <p:nvPr/>
          </p:nvGrpSpPr>
          <p:grpSpPr>
            <a:xfrm>
              <a:off x="13134000" y="1948315"/>
              <a:ext cx="3200285" cy="3195185"/>
              <a:chOff x="9448915" y="1948315"/>
              <a:chExt cx="3200285" cy="3195185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DFB57D43-7A99-7D5E-A41C-10D2AE8E6E91}"/>
                  </a:ext>
                </a:extLst>
              </p:cNvPr>
              <p:cNvGrpSpPr/>
              <p:nvPr/>
            </p:nvGrpSpPr>
            <p:grpSpPr>
              <a:xfrm>
                <a:off x="9448915" y="1948315"/>
                <a:ext cx="3200285" cy="3195185"/>
                <a:chOff x="14619250" y="705919"/>
                <a:chExt cx="4020290" cy="4009813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7FA25823-1BE3-8783-557E-E6F9931E0145}"/>
                    </a:ext>
                  </a:extLst>
                </p:cNvPr>
                <p:cNvSpPr/>
                <p:nvPr/>
              </p:nvSpPr>
              <p:spPr>
                <a:xfrm>
                  <a:off x="14619250" y="705919"/>
                  <a:ext cx="4020290" cy="4009813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sz="2500" b="1" dirty="0">
                      <a:solidFill>
                        <a:srgbClr val="005592"/>
                      </a:solidFill>
                    </a:rPr>
                    <a:t>       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7A820E7-B922-1BBA-1D0D-922F8DD76351}"/>
                    </a:ext>
                  </a:extLst>
                </p:cNvPr>
                <p:cNvSpPr txBox="1"/>
                <p:nvPr/>
              </p:nvSpPr>
              <p:spPr>
                <a:xfrm>
                  <a:off x="15368778" y="971509"/>
                  <a:ext cx="3006914" cy="5170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10000"/>
                    </a:lnSpc>
                  </a:pPr>
                  <a:r>
                    <a:rPr lang="en-US" sz="2000" b="1" dirty="0">
                      <a:solidFill>
                        <a:schemeClr val="tx2"/>
                      </a:solidFill>
                      <a:latin typeface="Liter" pitchFamily="34" charset="0"/>
                      <a:ea typeface="Liter" pitchFamily="34" charset="-122"/>
                      <a:cs typeface="Liter" pitchFamily="34" charset="-120"/>
                    </a:rPr>
                    <a:t>Proper Grounding</a:t>
                  </a:r>
                  <a:endParaRPr lang="en-US" sz="20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61" name="Text 14">
                  <a:extLst>
                    <a:ext uri="{FF2B5EF4-FFF2-40B4-BE49-F238E27FC236}">
                      <a16:creationId xmlns:a16="http://schemas.microsoft.com/office/drawing/2014/main" id="{F325C873-494F-8D7B-BB80-670DAA318B0D}"/>
                    </a:ext>
                  </a:extLst>
                </p:cNvPr>
                <p:cNvSpPr/>
                <p:nvPr/>
              </p:nvSpPr>
              <p:spPr>
                <a:xfrm>
                  <a:off x="14838240" y="1754105"/>
                  <a:ext cx="3205840" cy="16818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000" dirty="0">
                      <a:solidFill>
                        <a:schemeClr val="tx2"/>
                      </a:solidFill>
                      <a:latin typeface="Quattrocento Sans" pitchFamily="34" charset="0"/>
                      <a:ea typeface="Quattrocento Sans" pitchFamily="34" charset="-122"/>
                      <a:cs typeface="Quattrocento Sans" pitchFamily="34" charset="-120"/>
                    </a:rPr>
                    <a:t>All equipment must be properly grounded. Regular testing of ground connections ensures safety.</a:t>
                  </a:r>
                </a:p>
              </p:txBody>
            </p:sp>
          </p:grpSp>
          <p:sp>
            <p:nvSpPr>
              <p:cNvPr id="58" name="Shape 31">
                <a:extLst>
                  <a:ext uri="{FF2B5EF4-FFF2-40B4-BE49-F238E27FC236}">
                    <a16:creationId xmlns:a16="http://schemas.microsoft.com/office/drawing/2014/main" id="{58882196-B47E-6CA9-37CE-B1C94840D458}"/>
                  </a:ext>
                </a:extLst>
              </p:cNvPr>
              <p:cNvSpPr/>
              <p:nvPr/>
            </p:nvSpPr>
            <p:spPr>
              <a:xfrm>
                <a:off x="9650277" y="2235305"/>
                <a:ext cx="257175" cy="261257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100013" y="110728"/>
                    </a:moveTo>
                    <a:cubicBezTo>
                      <a:pt x="129583" y="110728"/>
                      <a:pt x="153591" y="86721"/>
                      <a:pt x="153591" y="57150"/>
                    </a:cubicBezTo>
                    <a:cubicBezTo>
                      <a:pt x="153591" y="27579"/>
                      <a:pt x="129583" y="3572"/>
                      <a:pt x="100013" y="3572"/>
                    </a:cubicBezTo>
                    <a:cubicBezTo>
                      <a:pt x="70442" y="3572"/>
                      <a:pt x="46434" y="27579"/>
                      <a:pt x="46434" y="57150"/>
                    </a:cubicBezTo>
                    <a:cubicBezTo>
                      <a:pt x="46434" y="86721"/>
                      <a:pt x="70442" y="110728"/>
                      <a:pt x="100012" y="110728"/>
                    </a:cubicBezTo>
                    <a:close/>
                    <a:moveTo>
                      <a:pt x="86752" y="135731"/>
                    </a:moveTo>
                    <a:cubicBezTo>
                      <a:pt x="42773" y="135731"/>
                      <a:pt x="7144" y="171361"/>
                      <a:pt x="7144" y="215339"/>
                    </a:cubicBezTo>
                    <a:cubicBezTo>
                      <a:pt x="7144" y="222662"/>
                      <a:pt x="13082" y="228600"/>
                      <a:pt x="20404" y="228600"/>
                    </a:cubicBezTo>
                    <a:lnTo>
                      <a:pt x="132695" y="228600"/>
                    </a:lnTo>
                    <a:cubicBezTo>
                      <a:pt x="116532" y="209580"/>
                      <a:pt x="107156" y="185068"/>
                      <a:pt x="107156" y="159127"/>
                    </a:cubicBezTo>
                    <a:lnTo>
                      <a:pt x="107156" y="145241"/>
                    </a:lnTo>
                    <a:cubicBezTo>
                      <a:pt x="107156" y="141982"/>
                      <a:pt x="107603" y="138767"/>
                      <a:pt x="108451" y="135731"/>
                    </a:cubicBezTo>
                    <a:lnTo>
                      <a:pt x="86752" y="135731"/>
                    </a:lnTo>
                    <a:close/>
                    <a:moveTo>
                      <a:pt x="198819" y="218108"/>
                    </a:moveTo>
                    <a:lnTo>
                      <a:pt x="192881" y="220920"/>
                    </a:lnTo>
                    <a:lnTo>
                      <a:pt x="192881" y="136937"/>
                    </a:lnTo>
                    <a:lnTo>
                      <a:pt x="235744" y="151224"/>
                    </a:lnTo>
                    <a:lnTo>
                      <a:pt x="235744" y="159975"/>
                    </a:lnTo>
                    <a:cubicBezTo>
                      <a:pt x="235744" y="184889"/>
                      <a:pt x="221367" y="207526"/>
                      <a:pt x="198819" y="218152"/>
                    </a:cubicBezTo>
                    <a:close/>
                    <a:moveTo>
                      <a:pt x="188372" y="115863"/>
                    </a:moveTo>
                    <a:lnTo>
                      <a:pt x="138366" y="132517"/>
                    </a:lnTo>
                    <a:cubicBezTo>
                      <a:pt x="132517" y="134481"/>
                      <a:pt x="128588" y="139928"/>
                      <a:pt x="128588" y="146090"/>
                    </a:cubicBezTo>
                    <a:lnTo>
                      <a:pt x="128588" y="159975"/>
                    </a:lnTo>
                    <a:cubicBezTo>
                      <a:pt x="128588" y="193194"/>
                      <a:pt x="147786" y="223421"/>
                      <a:pt x="177790" y="237530"/>
                    </a:cubicBezTo>
                    <a:lnTo>
                      <a:pt x="186050" y="241414"/>
                    </a:lnTo>
                    <a:cubicBezTo>
                      <a:pt x="188193" y="242396"/>
                      <a:pt x="190515" y="242932"/>
                      <a:pt x="192837" y="242932"/>
                    </a:cubicBezTo>
                    <a:cubicBezTo>
                      <a:pt x="195158" y="242932"/>
                      <a:pt x="197525" y="242396"/>
                      <a:pt x="199623" y="241414"/>
                    </a:cubicBezTo>
                    <a:lnTo>
                      <a:pt x="207883" y="237530"/>
                    </a:lnTo>
                    <a:cubicBezTo>
                      <a:pt x="237976" y="223376"/>
                      <a:pt x="257175" y="193149"/>
                      <a:pt x="257175" y="159931"/>
                    </a:cubicBezTo>
                    <a:lnTo>
                      <a:pt x="257175" y="146045"/>
                    </a:lnTo>
                    <a:cubicBezTo>
                      <a:pt x="257175" y="139884"/>
                      <a:pt x="253246" y="134436"/>
                      <a:pt x="247397" y="132472"/>
                    </a:cubicBezTo>
                    <a:lnTo>
                      <a:pt x="197391" y="115818"/>
                    </a:lnTo>
                    <a:cubicBezTo>
                      <a:pt x="194444" y="114836"/>
                      <a:pt x="191274" y="114836"/>
                      <a:pt x="188372" y="115818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2D9D6F8-AF16-F69A-A6F4-0F4815D0F9B1}"/>
                </a:ext>
              </a:extLst>
            </p:cNvPr>
            <p:cNvGrpSpPr/>
            <p:nvPr/>
          </p:nvGrpSpPr>
          <p:grpSpPr>
            <a:xfrm>
              <a:off x="13209539" y="2099234"/>
              <a:ext cx="533400" cy="533400"/>
              <a:chOff x="647700" y="3452813"/>
              <a:chExt cx="533400" cy="533400"/>
            </a:xfrm>
          </p:grpSpPr>
          <p:sp>
            <p:nvSpPr>
              <p:cNvPr id="63" name="Shape 12">
                <a:extLst>
                  <a:ext uri="{FF2B5EF4-FFF2-40B4-BE49-F238E27FC236}">
                    <a16:creationId xmlns:a16="http://schemas.microsoft.com/office/drawing/2014/main" id="{2EEE3589-C6AC-BA74-708B-571782B6BE56}"/>
                  </a:ext>
                </a:extLst>
              </p:cNvPr>
              <p:cNvSpPr/>
              <p:nvPr/>
            </p:nvSpPr>
            <p:spPr>
              <a:xfrm>
                <a:off x="647700" y="3452813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266700" y="0"/>
                    </a:moveTo>
                    <a:lnTo>
                      <a:pt x="266700" y="0"/>
                    </a:lnTo>
                    <a:cubicBezTo>
                      <a:pt x="413896" y="0"/>
                      <a:pt x="533400" y="119504"/>
                      <a:pt x="533400" y="266700"/>
                    </a:cubicBezTo>
                    <a:lnTo>
                      <a:pt x="533400" y="266700"/>
                    </a:lnTo>
                    <a:cubicBezTo>
                      <a:pt x="533400" y="413896"/>
                      <a:pt x="413896" y="533400"/>
                      <a:pt x="266700" y="533400"/>
                    </a:cubicBezTo>
                    <a:lnTo>
                      <a:pt x="266700" y="533400"/>
                    </a:lnTo>
                    <a:cubicBezTo>
                      <a:pt x="119504" y="533400"/>
                      <a:pt x="0" y="413896"/>
                      <a:pt x="0" y="266700"/>
                    </a:cubicBezTo>
                    <a:lnTo>
                      <a:pt x="0" y="266700"/>
                    </a:lnTo>
                    <a:cubicBezTo>
                      <a:pt x="0" y="119504"/>
                      <a:pt x="119504" y="0"/>
                      <a:pt x="266700" y="0"/>
                    </a:cubicBezTo>
                    <a:close/>
                  </a:path>
                </a:pathLst>
              </a:custGeom>
              <a:solidFill>
                <a:srgbClr val="ECC94B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4" name="Shape 13">
                <a:extLst>
                  <a:ext uri="{FF2B5EF4-FFF2-40B4-BE49-F238E27FC236}">
                    <a16:creationId xmlns:a16="http://schemas.microsoft.com/office/drawing/2014/main" id="{A1702C6E-998E-42B4-5751-A8E8CAD16827}"/>
                  </a:ext>
                </a:extLst>
              </p:cNvPr>
              <p:cNvSpPr/>
              <p:nvPr/>
            </p:nvSpPr>
            <p:spPr>
              <a:xfrm>
                <a:off x="814388" y="3605213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151269" y="-4420"/>
                    </a:moveTo>
                    <a:cubicBezTo>
                      <a:pt x="156582" y="-580"/>
                      <a:pt x="158547" y="6385"/>
                      <a:pt x="156136" y="12457"/>
                    </a:cubicBezTo>
                    <a:lnTo>
                      <a:pt x="121131" y="100013"/>
                    </a:lnTo>
                    <a:lnTo>
                      <a:pt x="185738" y="100013"/>
                    </a:lnTo>
                    <a:cubicBezTo>
                      <a:pt x="191765" y="100013"/>
                      <a:pt x="197123" y="103763"/>
                      <a:pt x="199177" y="109433"/>
                    </a:cubicBezTo>
                    <a:cubicBezTo>
                      <a:pt x="201231" y="115104"/>
                      <a:pt x="199489" y="121444"/>
                      <a:pt x="194890" y="125284"/>
                    </a:cubicBezTo>
                    <a:lnTo>
                      <a:pt x="66303" y="232440"/>
                    </a:lnTo>
                    <a:cubicBezTo>
                      <a:pt x="61258" y="236637"/>
                      <a:pt x="54069" y="236860"/>
                      <a:pt x="48756" y="233020"/>
                    </a:cubicBezTo>
                    <a:cubicBezTo>
                      <a:pt x="43443" y="229180"/>
                      <a:pt x="41478" y="222215"/>
                      <a:pt x="43889" y="216143"/>
                    </a:cubicBezTo>
                    <a:lnTo>
                      <a:pt x="78894" y="128588"/>
                    </a:lnTo>
                    <a:lnTo>
                      <a:pt x="14288" y="128588"/>
                    </a:lnTo>
                    <a:cubicBezTo>
                      <a:pt x="8260" y="128588"/>
                      <a:pt x="2902" y="124837"/>
                      <a:pt x="848" y="119167"/>
                    </a:cubicBezTo>
                    <a:cubicBezTo>
                      <a:pt x="-1206" y="113496"/>
                      <a:pt x="536" y="107156"/>
                      <a:pt x="5135" y="103316"/>
                    </a:cubicBezTo>
                    <a:lnTo>
                      <a:pt x="133722" y="-3840"/>
                    </a:lnTo>
                    <a:cubicBezTo>
                      <a:pt x="138767" y="-8037"/>
                      <a:pt x="145956" y="-8260"/>
                      <a:pt x="151269" y="-4420"/>
                    </a:cubicBezTo>
                    <a:close/>
                  </a:path>
                </a:pathLst>
              </a:custGeom>
              <a:solidFill>
                <a:srgbClr val="1A202C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D71640E-D15C-5C5E-98EC-830A2C4601B6}"/>
              </a:ext>
            </a:extLst>
          </p:cNvPr>
          <p:cNvGrpSpPr/>
          <p:nvPr/>
        </p:nvGrpSpPr>
        <p:grpSpPr>
          <a:xfrm>
            <a:off x="13133999" y="5607709"/>
            <a:ext cx="3200285" cy="3195185"/>
            <a:chOff x="13133999" y="5607709"/>
            <a:chExt cx="3200285" cy="3195185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C05AED7-CF00-220D-9765-19144DBDD88F}"/>
                </a:ext>
              </a:extLst>
            </p:cNvPr>
            <p:cNvGrpSpPr/>
            <p:nvPr/>
          </p:nvGrpSpPr>
          <p:grpSpPr>
            <a:xfrm>
              <a:off x="13133999" y="5607709"/>
              <a:ext cx="3200285" cy="3195185"/>
              <a:chOff x="9448915" y="1948315"/>
              <a:chExt cx="3200285" cy="3195185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96A7BF35-48D7-3562-2E0B-277BFA05937A}"/>
                  </a:ext>
                </a:extLst>
              </p:cNvPr>
              <p:cNvGrpSpPr/>
              <p:nvPr/>
            </p:nvGrpSpPr>
            <p:grpSpPr>
              <a:xfrm>
                <a:off x="9448915" y="1948315"/>
                <a:ext cx="3200285" cy="3195185"/>
                <a:chOff x="14619250" y="705919"/>
                <a:chExt cx="4020290" cy="4009813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879E869E-F27C-66DA-AC9A-434E9C75D2D9}"/>
                    </a:ext>
                  </a:extLst>
                </p:cNvPr>
                <p:cNvSpPr/>
                <p:nvPr/>
              </p:nvSpPr>
              <p:spPr>
                <a:xfrm>
                  <a:off x="14619250" y="705919"/>
                  <a:ext cx="4020290" cy="4009813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sz="2500" b="1" dirty="0">
                      <a:solidFill>
                        <a:srgbClr val="005592"/>
                      </a:solidFill>
                    </a:rPr>
                    <a:t>       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11EBFE0-3114-9381-A484-8CBC2FDFF0F6}"/>
                    </a:ext>
                  </a:extLst>
                </p:cNvPr>
                <p:cNvSpPr txBox="1"/>
                <p:nvPr/>
              </p:nvSpPr>
              <p:spPr>
                <a:xfrm>
                  <a:off x="15417086" y="770454"/>
                  <a:ext cx="2836719" cy="9418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10000"/>
                    </a:lnSpc>
                  </a:pPr>
                  <a:r>
                    <a:rPr lang="en-US" sz="2000" b="1" dirty="0">
                      <a:solidFill>
                        <a:schemeClr val="tx2"/>
                      </a:solidFill>
                      <a:latin typeface="Liter" pitchFamily="34" charset="0"/>
                      <a:ea typeface="Liter" pitchFamily="34" charset="-122"/>
                      <a:cs typeface="Liter" pitchFamily="34" charset="-120"/>
                    </a:rPr>
                    <a:t>Monthly Tagging System</a:t>
                  </a:r>
                  <a:endParaRPr lang="en-US" sz="20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7" name="Text 14">
                  <a:extLst>
                    <a:ext uri="{FF2B5EF4-FFF2-40B4-BE49-F238E27FC236}">
                      <a16:creationId xmlns:a16="http://schemas.microsoft.com/office/drawing/2014/main" id="{957FD88D-23EB-AD6E-62A1-102635966556}"/>
                    </a:ext>
                  </a:extLst>
                </p:cNvPr>
                <p:cNvSpPr/>
                <p:nvPr/>
              </p:nvSpPr>
              <p:spPr>
                <a:xfrm>
                  <a:off x="14838240" y="1754105"/>
                  <a:ext cx="3205840" cy="16818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>
                    <a:lnSpc>
                      <a:spcPct val="140000"/>
                    </a:lnSpc>
                  </a:pPr>
                  <a:r>
                    <a:rPr lang="en-US" sz="2000" dirty="0">
                      <a:solidFill>
                        <a:schemeClr val="tx2"/>
                      </a:solidFill>
                      <a:latin typeface="Quattrocento Sans" pitchFamily="34" charset="0"/>
                      <a:ea typeface="Quattrocento Sans" pitchFamily="34" charset="-122"/>
                      <a:cs typeface="Quattrocento Sans" pitchFamily="34" charset="-120"/>
                    </a:rPr>
                    <a:t>Comprehensive electrical testing and tagging system ensuring all equipment is safe for use</a:t>
                  </a:r>
                  <a:endParaRPr 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94" name="Shape 31">
                <a:extLst>
                  <a:ext uri="{FF2B5EF4-FFF2-40B4-BE49-F238E27FC236}">
                    <a16:creationId xmlns:a16="http://schemas.microsoft.com/office/drawing/2014/main" id="{8EAC6DDD-7ABD-53FE-2780-0F110EB2BBEC}"/>
                  </a:ext>
                </a:extLst>
              </p:cNvPr>
              <p:cNvSpPr/>
              <p:nvPr/>
            </p:nvSpPr>
            <p:spPr>
              <a:xfrm>
                <a:off x="9650277" y="2235305"/>
                <a:ext cx="257175" cy="261257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100013" y="110728"/>
                    </a:moveTo>
                    <a:cubicBezTo>
                      <a:pt x="129583" y="110728"/>
                      <a:pt x="153591" y="86721"/>
                      <a:pt x="153591" y="57150"/>
                    </a:cubicBezTo>
                    <a:cubicBezTo>
                      <a:pt x="153591" y="27579"/>
                      <a:pt x="129583" y="3572"/>
                      <a:pt x="100013" y="3572"/>
                    </a:cubicBezTo>
                    <a:cubicBezTo>
                      <a:pt x="70442" y="3572"/>
                      <a:pt x="46434" y="27579"/>
                      <a:pt x="46434" y="57150"/>
                    </a:cubicBezTo>
                    <a:cubicBezTo>
                      <a:pt x="46434" y="86721"/>
                      <a:pt x="70442" y="110728"/>
                      <a:pt x="100012" y="110728"/>
                    </a:cubicBezTo>
                    <a:close/>
                    <a:moveTo>
                      <a:pt x="86752" y="135731"/>
                    </a:moveTo>
                    <a:cubicBezTo>
                      <a:pt x="42773" y="135731"/>
                      <a:pt x="7144" y="171361"/>
                      <a:pt x="7144" y="215339"/>
                    </a:cubicBezTo>
                    <a:cubicBezTo>
                      <a:pt x="7144" y="222662"/>
                      <a:pt x="13082" y="228600"/>
                      <a:pt x="20404" y="228600"/>
                    </a:cubicBezTo>
                    <a:lnTo>
                      <a:pt x="132695" y="228600"/>
                    </a:lnTo>
                    <a:cubicBezTo>
                      <a:pt x="116532" y="209580"/>
                      <a:pt x="107156" y="185068"/>
                      <a:pt x="107156" y="159127"/>
                    </a:cubicBezTo>
                    <a:lnTo>
                      <a:pt x="107156" y="145241"/>
                    </a:lnTo>
                    <a:cubicBezTo>
                      <a:pt x="107156" y="141982"/>
                      <a:pt x="107603" y="138767"/>
                      <a:pt x="108451" y="135731"/>
                    </a:cubicBezTo>
                    <a:lnTo>
                      <a:pt x="86752" y="135731"/>
                    </a:lnTo>
                    <a:close/>
                    <a:moveTo>
                      <a:pt x="198819" y="218108"/>
                    </a:moveTo>
                    <a:lnTo>
                      <a:pt x="192881" y="220920"/>
                    </a:lnTo>
                    <a:lnTo>
                      <a:pt x="192881" y="136937"/>
                    </a:lnTo>
                    <a:lnTo>
                      <a:pt x="235744" y="151224"/>
                    </a:lnTo>
                    <a:lnTo>
                      <a:pt x="235744" y="159975"/>
                    </a:lnTo>
                    <a:cubicBezTo>
                      <a:pt x="235744" y="184889"/>
                      <a:pt x="221367" y="207526"/>
                      <a:pt x="198819" y="218152"/>
                    </a:cubicBezTo>
                    <a:close/>
                    <a:moveTo>
                      <a:pt x="188372" y="115863"/>
                    </a:moveTo>
                    <a:lnTo>
                      <a:pt x="138366" y="132517"/>
                    </a:lnTo>
                    <a:cubicBezTo>
                      <a:pt x="132517" y="134481"/>
                      <a:pt x="128588" y="139928"/>
                      <a:pt x="128588" y="146090"/>
                    </a:cubicBezTo>
                    <a:lnTo>
                      <a:pt x="128588" y="159975"/>
                    </a:lnTo>
                    <a:cubicBezTo>
                      <a:pt x="128588" y="193194"/>
                      <a:pt x="147786" y="223421"/>
                      <a:pt x="177790" y="237530"/>
                    </a:cubicBezTo>
                    <a:lnTo>
                      <a:pt x="186050" y="241414"/>
                    </a:lnTo>
                    <a:cubicBezTo>
                      <a:pt x="188193" y="242396"/>
                      <a:pt x="190515" y="242932"/>
                      <a:pt x="192837" y="242932"/>
                    </a:cubicBezTo>
                    <a:cubicBezTo>
                      <a:pt x="195158" y="242932"/>
                      <a:pt x="197525" y="242396"/>
                      <a:pt x="199623" y="241414"/>
                    </a:cubicBezTo>
                    <a:lnTo>
                      <a:pt x="207883" y="237530"/>
                    </a:lnTo>
                    <a:cubicBezTo>
                      <a:pt x="237976" y="223376"/>
                      <a:pt x="257175" y="193149"/>
                      <a:pt x="257175" y="159931"/>
                    </a:cubicBezTo>
                    <a:lnTo>
                      <a:pt x="257175" y="146045"/>
                    </a:lnTo>
                    <a:cubicBezTo>
                      <a:pt x="257175" y="139884"/>
                      <a:pt x="253246" y="134436"/>
                      <a:pt x="247397" y="132472"/>
                    </a:cubicBezTo>
                    <a:lnTo>
                      <a:pt x="197391" y="115818"/>
                    </a:lnTo>
                    <a:cubicBezTo>
                      <a:pt x="194444" y="114836"/>
                      <a:pt x="191274" y="114836"/>
                      <a:pt x="188372" y="115818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39779DB8-1298-F0CE-EF40-2E983ECA5907}"/>
                </a:ext>
              </a:extLst>
            </p:cNvPr>
            <p:cNvGrpSpPr/>
            <p:nvPr/>
          </p:nvGrpSpPr>
          <p:grpSpPr>
            <a:xfrm>
              <a:off x="13204623" y="5758250"/>
              <a:ext cx="565017" cy="565017"/>
              <a:chOff x="565017" y="6201343"/>
              <a:chExt cx="565017" cy="565017"/>
            </a:xfrm>
          </p:grpSpPr>
          <p:sp>
            <p:nvSpPr>
              <p:cNvPr id="99" name="Shape 16">
                <a:extLst>
                  <a:ext uri="{FF2B5EF4-FFF2-40B4-BE49-F238E27FC236}">
                    <a16:creationId xmlns:a16="http://schemas.microsoft.com/office/drawing/2014/main" id="{3C1D9B71-B922-FE1F-60F4-E977EFE2117A}"/>
                  </a:ext>
                </a:extLst>
              </p:cNvPr>
              <p:cNvSpPr/>
              <p:nvPr/>
            </p:nvSpPr>
            <p:spPr>
              <a:xfrm>
                <a:off x="565017" y="6201343"/>
                <a:ext cx="565017" cy="565017"/>
              </a:xfrm>
              <a:custGeom>
                <a:avLst/>
                <a:gdLst/>
                <a:ahLst/>
                <a:cxnLst/>
                <a:rect l="l" t="t" r="r" b="b"/>
                <a:pathLst>
                  <a:path w="565017" h="565017">
                    <a:moveTo>
                      <a:pt x="282508" y="0"/>
                    </a:moveTo>
                    <a:lnTo>
                      <a:pt x="282508" y="0"/>
                    </a:lnTo>
                    <a:cubicBezTo>
                      <a:pt x="438533" y="0"/>
                      <a:pt x="565017" y="126483"/>
                      <a:pt x="565017" y="282508"/>
                    </a:cubicBezTo>
                    <a:lnTo>
                      <a:pt x="565017" y="282508"/>
                    </a:lnTo>
                    <a:cubicBezTo>
                      <a:pt x="565017" y="438533"/>
                      <a:pt x="438533" y="565017"/>
                      <a:pt x="282508" y="565017"/>
                    </a:cubicBezTo>
                    <a:lnTo>
                      <a:pt x="282508" y="565017"/>
                    </a:lnTo>
                    <a:cubicBezTo>
                      <a:pt x="126483" y="565017"/>
                      <a:pt x="0" y="438533"/>
                      <a:pt x="0" y="282508"/>
                    </a:cubicBezTo>
                    <a:lnTo>
                      <a:pt x="0" y="282508"/>
                    </a:lnTo>
                    <a:cubicBezTo>
                      <a:pt x="0" y="126483"/>
                      <a:pt x="126483" y="0"/>
                      <a:pt x="282508" y="0"/>
                    </a:cubicBezTo>
                    <a:close/>
                  </a:path>
                </a:pathLst>
              </a:custGeom>
              <a:solidFill>
                <a:srgbClr val="E53E3E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Shape 17">
                <a:extLst>
                  <a:ext uri="{FF2B5EF4-FFF2-40B4-BE49-F238E27FC236}">
                    <a16:creationId xmlns:a16="http://schemas.microsoft.com/office/drawing/2014/main" id="{CBC866C4-8212-DCA4-7D8E-5DE0E043233E}"/>
                  </a:ext>
                </a:extLst>
              </p:cNvPr>
              <p:cNvSpPr/>
              <p:nvPr/>
            </p:nvSpPr>
            <p:spPr>
              <a:xfrm>
                <a:off x="741584" y="6391614"/>
                <a:ext cx="211881" cy="211881"/>
              </a:xfrm>
              <a:custGeom>
                <a:avLst/>
                <a:gdLst/>
                <a:ahLst/>
                <a:cxnLst/>
                <a:rect l="l" t="t" r="r" b="b"/>
                <a:pathLst>
                  <a:path w="211881" h="211881">
                    <a:moveTo>
                      <a:pt x="13449" y="39728"/>
                    </a:moveTo>
                    <a:lnTo>
                      <a:pt x="13449" y="101595"/>
                    </a:lnTo>
                    <a:cubicBezTo>
                      <a:pt x="13449" y="108631"/>
                      <a:pt x="16222" y="115376"/>
                      <a:pt x="21188" y="120342"/>
                    </a:cubicBezTo>
                    <a:lnTo>
                      <a:pt x="100644" y="199797"/>
                    </a:lnTo>
                    <a:cubicBezTo>
                      <a:pt x="110989" y="210143"/>
                      <a:pt x="127749" y="210143"/>
                      <a:pt x="138095" y="199797"/>
                    </a:cubicBezTo>
                    <a:lnTo>
                      <a:pt x="199963" y="137930"/>
                    </a:lnTo>
                    <a:cubicBezTo>
                      <a:pt x="210309" y="127584"/>
                      <a:pt x="210309" y="110824"/>
                      <a:pt x="199963" y="100478"/>
                    </a:cubicBezTo>
                    <a:lnTo>
                      <a:pt x="120507" y="21023"/>
                    </a:lnTo>
                    <a:cubicBezTo>
                      <a:pt x="115541" y="16015"/>
                      <a:pt x="108837" y="13243"/>
                      <a:pt x="101802" y="13243"/>
                    </a:cubicBezTo>
                    <a:lnTo>
                      <a:pt x="39935" y="13243"/>
                    </a:lnTo>
                    <a:cubicBezTo>
                      <a:pt x="25326" y="13243"/>
                      <a:pt x="13449" y="25120"/>
                      <a:pt x="13449" y="39728"/>
                    </a:cubicBezTo>
                    <a:close/>
                    <a:moveTo>
                      <a:pt x="59799" y="46349"/>
                    </a:moveTo>
                    <a:cubicBezTo>
                      <a:pt x="67107" y="46349"/>
                      <a:pt x="73041" y="52283"/>
                      <a:pt x="73041" y="59592"/>
                    </a:cubicBezTo>
                    <a:cubicBezTo>
                      <a:pt x="73041" y="66900"/>
                      <a:pt x="67107" y="72834"/>
                      <a:pt x="59799" y="72834"/>
                    </a:cubicBezTo>
                    <a:cubicBezTo>
                      <a:pt x="52490" y="72834"/>
                      <a:pt x="46556" y="66900"/>
                      <a:pt x="46556" y="59592"/>
                    </a:cubicBezTo>
                    <a:cubicBezTo>
                      <a:pt x="46556" y="52283"/>
                      <a:pt x="52490" y="46349"/>
                      <a:pt x="59799" y="46349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</p:grpSp>
      <p:pic>
        <p:nvPicPr>
          <p:cNvPr id="101" name="object 2">
            <a:extLst>
              <a:ext uri="{FF2B5EF4-FFF2-40B4-BE49-F238E27FC236}">
                <a16:creationId xmlns:a16="http://schemas.microsoft.com/office/drawing/2014/main" id="{34CCD72E-FFB3-E25A-EE91-7FC4DB3136F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273758"/>
            <a:ext cx="6550776" cy="3936316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456B163-19D8-8BE8-54FE-F296A3277608}"/>
              </a:ext>
            </a:extLst>
          </p:cNvPr>
          <p:cNvGrpSpPr/>
          <p:nvPr/>
        </p:nvGrpSpPr>
        <p:grpSpPr>
          <a:xfrm>
            <a:off x="9436053" y="5607709"/>
            <a:ext cx="3200285" cy="3195185"/>
            <a:chOff x="9436053" y="5607709"/>
            <a:chExt cx="3200285" cy="3195185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383431A-D7D1-64F7-A50B-0AB886B30A41}"/>
                </a:ext>
              </a:extLst>
            </p:cNvPr>
            <p:cNvGrpSpPr/>
            <p:nvPr/>
          </p:nvGrpSpPr>
          <p:grpSpPr>
            <a:xfrm>
              <a:off x="9436053" y="5607709"/>
              <a:ext cx="3200285" cy="3195185"/>
              <a:chOff x="11334138" y="5588227"/>
              <a:chExt cx="3200285" cy="3195185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A52D2DB-A710-6556-DE66-219618DE3621}"/>
                  </a:ext>
                </a:extLst>
              </p:cNvPr>
              <p:cNvGrpSpPr/>
              <p:nvPr/>
            </p:nvGrpSpPr>
            <p:grpSpPr>
              <a:xfrm>
                <a:off x="11334138" y="5588227"/>
                <a:ext cx="3200285" cy="3195185"/>
                <a:chOff x="9448915" y="1948315"/>
                <a:chExt cx="3200285" cy="3195185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AD75AB86-4EF1-FB20-A6F6-58748D826F95}"/>
                    </a:ext>
                  </a:extLst>
                </p:cNvPr>
                <p:cNvGrpSpPr/>
                <p:nvPr/>
              </p:nvGrpSpPr>
              <p:grpSpPr>
                <a:xfrm>
                  <a:off x="9448915" y="1948315"/>
                  <a:ext cx="3200285" cy="3195185"/>
                  <a:chOff x="14619250" y="705919"/>
                  <a:chExt cx="4020290" cy="4009813"/>
                </a:xfrm>
              </p:grpSpPr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A05B04F1-306C-90D7-AE40-D9B1E20F3024}"/>
                      </a:ext>
                    </a:extLst>
                  </p:cNvPr>
                  <p:cNvSpPr/>
                  <p:nvPr/>
                </p:nvSpPr>
                <p:spPr>
                  <a:xfrm>
                    <a:off x="14619250" y="705919"/>
                    <a:ext cx="4020290" cy="4009813"/>
                  </a:xfrm>
                  <a:prstGeom prst="rect">
                    <a:avLst/>
                  </a:prstGeom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t"/>
                  <a:lstStyle/>
                  <a:p>
                    <a:r>
                      <a:rPr lang="en-US" sz="2500" b="1" dirty="0">
                        <a:solidFill>
                          <a:srgbClr val="005592"/>
                        </a:solidFill>
                      </a:rPr>
                      <a:t>       </a:t>
                    </a:r>
                  </a:p>
                </p:txBody>
              </p:sp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AD49B8E5-E0EE-B87F-4123-FC3403245BB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68778" y="971509"/>
                    <a:ext cx="2880049" cy="51700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110000"/>
                      </a:lnSpc>
                    </a:pPr>
                    <a:r>
                      <a:rPr lang="en-US" sz="2000" b="1" dirty="0">
                        <a:solidFill>
                          <a:schemeClr val="tx2"/>
                        </a:solidFill>
                        <a:latin typeface="Liter" pitchFamily="34" charset="0"/>
                        <a:ea typeface="Liter" pitchFamily="34" charset="-122"/>
                        <a:cs typeface="Liter" pitchFamily="34" charset="-120"/>
                      </a:rPr>
                      <a:t>Visual Inspection</a:t>
                    </a:r>
                    <a:endParaRPr lang="en-US" sz="2000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84" name="Text 14">
                    <a:extLst>
                      <a:ext uri="{FF2B5EF4-FFF2-40B4-BE49-F238E27FC236}">
                        <a16:creationId xmlns:a16="http://schemas.microsoft.com/office/drawing/2014/main" id="{A24CE1B3-EB39-6F47-A915-67EB7E15FB19}"/>
                      </a:ext>
                    </a:extLst>
                  </p:cNvPr>
                  <p:cNvSpPr/>
                  <p:nvPr/>
                </p:nvSpPr>
                <p:spPr>
                  <a:xfrm>
                    <a:off x="14872207" y="1827225"/>
                    <a:ext cx="3205840" cy="16818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/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en-US" sz="2000" dirty="0">
                        <a:solidFill>
                          <a:schemeClr val="tx2"/>
                        </a:solidFill>
                        <a:latin typeface="Quattrocento Sans" pitchFamily="34" charset="0"/>
                        <a:ea typeface="Quattrocento Sans" pitchFamily="34" charset="-122"/>
                        <a:cs typeface="Quattrocento Sans" pitchFamily="34" charset="-120"/>
                      </a:rPr>
                      <a:t>Check for damaged cords, cracked plugs, burn marks, loose parts</a:t>
                    </a:r>
                  </a:p>
                </p:txBody>
              </p:sp>
            </p:grpSp>
            <p:sp>
              <p:nvSpPr>
                <p:cNvPr id="81" name="Shape 31">
                  <a:extLst>
                    <a:ext uri="{FF2B5EF4-FFF2-40B4-BE49-F238E27FC236}">
                      <a16:creationId xmlns:a16="http://schemas.microsoft.com/office/drawing/2014/main" id="{BDD6D73F-55BA-5C78-4E5D-6B9727B53EE1}"/>
                    </a:ext>
                  </a:extLst>
                </p:cNvPr>
                <p:cNvSpPr/>
                <p:nvPr/>
              </p:nvSpPr>
              <p:spPr>
                <a:xfrm>
                  <a:off x="9650277" y="2235305"/>
                  <a:ext cx="257175" cy="261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28600">
                      <a:moveTo>
                        <a:pt x="100013" y="110728"/>
                      </a:moveTo>
                      <a:cubicBezTo>
                        <a:pt x="129583" y="110728"/>
                        <a:pt x="153591" y="86721"/>
                        <a:pt x="153591" y="57150"/>
                      </a:cubicBezTo>
                      <a:cubicBezTo>
                        <a:pt x="153591" y="27579"/>
                        <a:pt x="129583" y="3572"/>
                        <a:pt x="100013" y="3572"/>
                      </a:cubicBezTo>
                      <a:cubicBezTo>
                        <a:pt x="70442" y="3572"/>
                        <a:pt x="46434" y="27579"/>
                        <a:pt x="46434" y="57150"/>
                      </a:cubicBezTo>
                      <a:cubicBezTo>
                        <a:pt x="46434" y="86721"/>
                        <a:pt x="70442" y="110728"/>
                        <a:pt x="100012" y="110728"/>
                      </a:cubicBezTo>
                      <a:close/>
                      <a:moveTo>
                        <a:pt x="86752" y="135731"/>
                      </a:moveTo>
                      <a:cubicBezTo>
                        <a:pt x="42773" y="135731"/>
                        <a:pt x="7144" y="171361"/>
                        <a:pt x="7144" y="215339"/>
                      </a:cubicBezTo>
                      <a:cubicBezTo>
                        <a:pt x="7144" y="222662"/>
                        <a:pt x="13082" y="228600"/>
                        <a:pt x="20404" y="228600"/>
                      </a:cubicBezTo>
                      <a:lnTo>
                        <a:pt x="132695" y="228600"/>
                      </a:lnTo>
                      <a:cubicBezTo>
                        <a:pt x="116532" y="209580"/>
                        <a:pt x="107156" y="185068"/>
                        <a:pt x="107156" y="159127"/>
                      </a:cubicBezTo>
                      <a:lnTo>
                        <a:pt x="107156" y="145241"/>
                      </a:lnTo>
                      <a:cubicBezTo>
                        <a:pt x="107156" y="141982"/>
                        <a:pt x="107603" y="138767"/>
                        <a:pt x="108451" y="135731"/>
                      </a:cubicBezTo>
                      <a:lnTo>
                        <a:pt x="86752" y="135731"/>
                      </a:lnTo>
                      <a:close/>
                      <a:moveTo>
                        <a:pt x="198819" y="218108"/>
                      </a:moveTo>
                      <a:lnTo>
                        <a:pt x="192881" y="220920"/>
                      </a:lnTo>
                      <a:lnTo>
                        <a:pt x="192881" y="136937"/>
                      </a:lnTo>
                      <a:lnTo>
                        <a:pt x="235744" y="151224"/>
                      </a:lnTo>
                      <a:lnTo>
                        <a:pt x="235744" y="159975"/>
                      </a:lnTo>
                      <a:cubicBezTo>
                        <a:pt x="235744" y="184889"/>
                        <a:pt x="221367" y="207526"/>
                        <a:pt x="198819" y="218152"/>
                      </a:cubicBezTo>
                      <a:close/>
                      <a:moveTo>
                        <a:pt x="188372" y="115863"/>
                      </a:moveTo>
                      <a:lnTo>
                        <a:pt x="138366" y="132517"/>
                      </a:lnTo>
                      <a:cubicBezTo>
                        <a:pt x="132517" y="134481"/>
                        <a:pt x="128588" y="139928"/>
                        <a:pt x="128588" y="146090"/>
                      </a:cubicBezTo>
                      <a:lnTo>
                        <a:pt x="128588" y="159975"/>
                      </a:lnTo>
                      <a:cubicBezTo>
                        <a:pt x="128588" y="193194"/>
                        <a:pt x="147786" y="223421"/>
                        <a:pt x="177790" y="237530"/>
                      </a:cubicBezTo>
                      <a:lnTo>
                        <a:pt x="186050" y="241414"/>
                      </a:lnTo>
                      <a:cubicBezTo>
                        <a:pt x="188193" y="242396"/>
                        <a:pt x="190515" y="242932"/>
                        <a:pt x="192837" y="242932"/>
                      </a:cubicBezTo>
                      <a:cubicBezTo>
                        <a:pt x="195158" y="242932"/>
                        <a:pt x="197525" y="242396"/>
                        <a:pt x="199623" y="241414"/>
                      </a:cubicBezTo>
                      <a:lnTo>
                        <a:pt x="207883" y="237530"/>
                      </a:lnTo>
                      <a:cubicBezTo>
                        <a:pt x="237976" y="223376"/>
                        <a:pt x="257175" y="193149"/>
                        <a:pt x="257175" y="159931"/>
                      </a:cubicBezTo>
                      <a:lnTo>
                        <a:pt x="257175" y="146045"/>
                      </a:lnTo>
                      <a:cubicBezTo>
                        <a:pt x="257175" y="139884"/>
                        <a:pt x="253246" y="134436"/>
                        <a:pt x="247397" y="132472"/>
                      </a:cubicBezTo>
                      <a:lnTo>
                        <a:pt x="197391" y="115818"/>
                      </a:lnTo>
                      <a:cubicBezTo>
                        <a:pt x="194444" y="114836"/>
                        <a:pt x="191274" y="114836"/>
                        <a:pt x="188372" y="1158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/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87" name="Shape 19">
                <a:extLst>
                  <a:ext uri="{FF2B5EF4-FFF2-40B4-BE49-F238E27FC236}">
                    <a16:creationId xmlns:a16="http://schemas.microsoft.com/office/drawing/2014/main" id="{39778E14-261F-DD34-3285-52114514A043}"/>
                  </a:ext>
                </a:extLst>
              </p:cNvPr>
              <p:cNvSpPr/>
              <p:nvPr/>
            </p:nvSpPr>
            <p:spPr>
              <a:xfrm>
                <a:off x="11536795" y="5898970"/>
                <a:ext cx="2571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100057" y="43354"/>
                    </a:moveTo>
                    <a:lnTo>
                      <a:pt x="100057" y="65499"/>
                    </a:lnTo>
                    <a:lnTo>
                      <a:pt x="100280" y="65723"/>
                    </a:lnTo>
                    <a:cubicBezTo>
                      <a:pt x="103183" y="28932"/>
                      <a:pt x="133945" y="0"/>
                      <a:pt x="171495" y="0"/>
                    </a:cubicBezTo>
                    <a:cubicBezTo>
                      <a:pt x="180469" y="0"/>
                      <a:pt x="189086" y="1652"/>
                      <a:pt x="196989" y="4688"/>
                    </a:cubicBezTo>
                    <a:cubicBezTo>
                      <a:pt x="201454" y="6385"/>
                      <a:pt x="202257" y="12055"/>
                      <a:pt x="198909" y="15448"/>
                    </a:cubicBezTo>
                    <a:lnTo>
                      <a:pt x="159306" y="55052"/>
                    </a:lnTo>
                    <a:cubicBezTo>
                      <a:pt x="157966" y="56391"/>
                      <a:pt x="157207" y="58222"/>
                      <a:pt x="157207" y="60097"/>
                    </a:cubicBezTo>
                    <a:lnTo>
                      <a:pt x="157207" y="78581"/>
                    </a:lnTo>
                    <a:cubicBezTo>
                      <a:pt x="157207" y="82510"/>
                      <a:pt x="160422" y="85725"/>
                      <a:pt x="164351" y="85725"/>
                    </a:cubicBezTo>
                    <a:lnTo>
                      <a:pt x="182835" y="85725"/>
                    </a:lnTo>
                    <a:cubicBezTo>
                      <a:pt x="184711" y="85725"/>
                      <a:pt x="186541" y="84966"/>
                      <a:pt x="187881" y="83627"/>
                    </a:cubicBezTo>
                    <a:lnTo>
                      <a:pt x="227484" y="44023"/>
                    </a:lnTo>
                    <a:cubicBezTo>
                      <a:pt x="230877" y="40630"/>
                      <a:pt x="236547" y="41478"/>
                      <a:pt x="238244" y="45943"/>
                    </a:cubicBezTo>
                    <a:cubicBezTo>
                      <a:pt x="241280" y="53846"/>
                      <a:pt x="242932" y="62463"/>
                      <a:pt x="242932" y="71438"/>
                    </a:cubicBezTo>
                    <a:cubicBezTo>
                      <a:pt x="242932" y="98494"/>
                      <a:pt x="227886" y="122069"/>
                      <a:pt x="205651" y="134169"/>
                    </a:cubicBezTo>
                    <a:lnTo>
                      <a:pt x="242039" y="170557"/>
                    </a:lnTo>
                    <a:cubicBezTo>
                      <a:pt x="250388" y="178906"/>
                      <a:pt x="250388" y="192479"/>
                      <a:pt x="242039" y="200873"/>
                    </a:cubicBezTo>
                    <a:lnTo>
                      <a:pt x="215205" y="227707"/>
                    </a:lnTo>
                    <a:cubicBezTo>
                      <a:pt x="206856" y="236056"/>
                      <a:pt x="193283" y="236056"/>
                      <a:pt x="184889" y="227707"/>
                    </a:cubicBezTo>
                    <a:lnTo>
                      <a:pt x="128632" y="171450"/>
                    </a:lnTo>
                    <a:cubicBezTo>
                      <a:pt x="116398" y="159216"/>
                      <a:pt x="113630" y="141134"/>
                      <a:pt x="120372" y="126221"/>
                    </a:cubicBezTo>
                    <a:lnTo>
                      <a:pt x="79876" y="85725"/>
                    </a:lnTo>
                    <a:lnTo>
                      <a:pt x="57730" y="85725"/>
                    </a:lnTo>
                    <a:cubicBezTo>
                      <a:pt x="52953" y="85725"/>
                      <a:pt x="48488" y="83359"/>
                      <a:pt x="45854" y="79385"/>
                    </a:cubicBezTo>
                    <a:lnTo>
                      <a:pt x="10448" y="26298"/>
                    </a:lnTo>
                    <a:cubicBezTo>
                      <a:pt x="8573" y="23485"/>
                      <a:pt x="8930" y="19690"/>
                      <a:pt x="11341" y="17279"/>
                    </a:cubicBezTo>
                    <a:lnTo>
                      <a:pt x="31611" y="-2991"/>
                    </a:lnTo>
                    <a:cubicBezTo>
                      <a:pt x="34022" y="-5402"/>
                      <a:pt x="37773" y="-5760"/>
                      <a:pt x="40630" y="-3884"/>
                    </a:cubicBezTo>
                    <a:lnTo>
                      <a:pt x="93717" y="31477"/>
                    </a:lnTo>
                    <a:cubicBezTo>
                      <a:pt x="97691" y="34111"/>
                      <a:pt x="100057" y="38576"/>
                      <a:pt x="100057" y="43354"/>
                    </a:cubicBezTo>
                    <a:close/>
                    <a:moveTo>
                      <a:pt x="96262" y="132427"/>
                    </a:moveTo>
                    <a:cubicBezTo>
                      <a:pt x="93449" y="148947"/>
                      <a:pt x="97334" y="166405"/>
                      <a:pt x="108049" y="180380"/>
                    </a:cubicBezTo>
                    <a:lnTo>
                      <a:pt x="65633" y="222751"/>
                    </a:lnTo>
                    <a:cubicBezTo>
                      <a:pt x="53087" y="235297"/>
                      <a:pt x="32727" y="235297"/>
                      <a:pt x="20181" y="222751"/>
                    </a:cubicBezTo>
                    <a:cubicBezTo>
                      <a:pt x="7635" y="210205"/>
                      <a:pt x="7635" y="189845"/>
                      <a:pt x="20181" y="177299"/>
                    </a:cubicBezTo>
                    <a:lnTo>
                      <a:pt x="80635" y="116845"/>
                    </a:lnTo>
                    <a:lnTo>
                      <a:pt x="96262" y="132472"/>
                    </a:lnTo>
                    <a:close/>
                  </a:path>
                </a:pathLst>
              </a:cu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1155A4C-42B9-EFB3-8980-63DBDE9E050D}"/>
                </a:ext>
              </a:extLst>
            </p:cNvPr>
            <p:cNvGrpSpPr/>
            <p:nvPr/>
          </p:nvGrpSpPr>
          <p:grpSpPr>
            <a:xfrm>
              <a:off x="9483493" y="5771952"/>
              <a:ext cx="565017" cy="565017"/>
              <a:chOff x="565017" y="3736394"/>
              <a:chExt cx="565017" cy="565017"/>
            </a:xfrm>
          </p:grpSpPr>
          <p:sp>
            <p:nvSpPr>
              <p:cNvPr id="103" name="Shape 6">
                <a:extLst>
                  <a:ext uri="{FF2B5EF4-FFF2-40B4-BE49-F238E27FC236}">
                    <a16:creationId xmlns:a16="http://schemas.microsoft.com/office/drawing/2014/main" id="{4EEB51DE-59F3-3F8E-193C-85F0886E2582}"/>
                  </a:ext>
                </a:extLst>
              </p:cNvPr>
              <p:cNvSpPr/>
              <p:nvPr/>
            </p:nvSpPr>
            <p:spPr>
              <a:xfrm>
                <a:off x="565017" y="3736394"/>
                <a:ext cx="565017" cy="565017"/>
              </a:xfrm>
              <a:custGeom>
                <a:avLst/>
                <a:gdLst/>
                <a:ahLst/>
                <a:cxnLst/>
                <a:rect l="l" t="t" r="r" b="b"/>
                <a:pathLst>
                  <a:path w="565017" h="565017">
                    <a:moveTo>
                      <a:pt x="282508" y="0"/>
                    </a:moveTo>
                    <a:lnTo>
                      <a:pt x="282508" y="0"/>
                    </a:lnTo>
                    <a:cubicBezTo>
                      <a:pt x="438533" y="0"/>
                      <a:pt x="565017" y="126483"/>
                      <a:pt x="565017" y="282508"/>
                    </a:cubicBezTo>
                    <a:lnTo>
                      <a:pt x="565017" y="282508"/>
                    </a:lnTo>
                    <a:cubicBezTo>
                      <a:pt x="565017" y="438533"/>
                      <a:pt x="438533" y="565017"/>
                      <a:pt x="282508" y="565017"/>
                    </a:cubicBezTo>
                    <a:lnTo>
                      <a:pt x="282508" y="565017"/>
                    </a:lnTo>
                    <a:cubicBezTo>
                      <a:pt x="126483" y="565017"/>
                      <a:pt x="0" y="438533"/>
                      <a:pt x="0" y="282508"/>
                    </a:cubicBezTo>
                    <a:lnTo>
                      <a:pt x="0" y="282508"/>
                    </a:lnTo>
                    <a:cubicBezTo>
                      <a:pt x="0" y="126483"/>
                      <a:pt x="126483" y="0"/>
                      <a:pt x="282508" y="0"/>
                    </a:cubicBezTo>
                    <a:close/>
                  </a:path>
                </a:pathLst>
              </a:custGeom>
              <a:solidFill>
                <a:srgbClr val="E53E3E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4" name="Shape 7">
                <a:extLst>
                  <a:ext uri="{FF2B5EF4-FFF2-40B4-BE49-F238E27FC236}">
                    <a16:creationId xmlns:a16="http://schemas.microsoft.com/office/drawing/2014/main" id="{28DB6349-4559-6FE4-022A-1A5F8EC30653}"/>
                  </a:ext>
                </a:extLst>
              </p:cNvPr>
              <p:cNvSpPr/>
              <p:nvPr/>
            </p:nvSpPr>
            <p:spPr>
              <a:xfrm>
                <a:off x="728342" y="3912962"/>
                <a:ext cx="238366" cy="211881"/>
              </a:xfrm>
              <a:custGeom>
                <a:avLst/>
                <a:gdLst/>
                <a:ahLst/>
                <a:cxnLst/>
                <a:rect l="l" t="t" r="r" b="b"/>
                <a:pathLst>
                  <a:path w="238366" h="211881">
                    <a:moveTo>
                      <a:pt x="119183" y="13243"/>
                    </a:moveTo>
                    <a:cubicBezTo>
                      <a:pt x="85746" y="13243"/>
                      <a:pt x="58971" y="28472"/>
                      <a:pt x="39479" y="46597"/>
                    </a:cubicBezTo>
                    <a:cubicBezTo>
                      <a:pt x="20112" y="64599"/>
                      <a:pt x="7159" y="86077"/>
                      <a:pt x="993" y="100851"/>
                    </a:cubicBezTo>
                    <a:cubicBezTo>
                      <a:pt x="-372" y="104120"/>
                      <a:pt x="-372" y="107761"/>
                      <a:pt x="993" y="111031"/>
                    </a:cubicBezTo>
                    <a:cubicBezTo>
                      <a:pt x="7159" y="125804"/>
                      <a:pt x="20112" y="147324"/>
                      <a:pt x="39479" y="165284"/>
                    </a:cubicBezTo>
                    <a:cubicBezTo>
                      <a:pt x="58971" y="183368"/>
                      <a:pt x="85746" y="198639"/>
                      <a:pt x="119183" y="198639"/>
                    </a:cubicBezTo>
                    <a:cubicBezTo>
                      <a:pt x="152621" y="198639"/>
                      <a:pt x="179396" y="183410"/>
                      <a:pt x="198887" y="165284"/>
                    </a:cubicBezTo>
                    <a:cubicBezTo>
                      <a:pt x="218254" y="147282"/>
                      <a:pt x="231207" y="125804"/>
                      <a:pt x="237373" y="111031"/>
                    </a:cubicBezTo>
                    <a:cubicBezTo>
                      <a:pt x="238739" y="107761"/>
                      <a:pt x="238739" y="104120"/>
                      <a:pt x="237373" y="100851"/>
                    </a:cubicBezTo>
                    <a:cubicBezTo>
                      <a:pt x="231207" y="86077"/>
                      <a:pt x="218254" y="64558"/>
                      <a:pt x="198887" y="46597"/>
                    </a:cubicBezTo>
                    <a:cubicBezTo>
                      <a:pt x="179396" y="28513"/>
                      <a:pt x="152621" y="13243"/>
                      <a:pt x="119183" y="13243"/>
                    </a:cubicBezTo>
                    <a:close/>
                    <a:moveTo>
                      <a:pt x="59592" y="105941"/>
                    </a:moveTo>
                    <a:cubicBezTo>
                      <a:pt x="59592" y="73051"/>
                      <a:pt x="86294" y="46349"/>
                      <a:pt x="119183" y="46349"/>
                    </a:cubicBezTo>
                    <a:cubicBezTo>
                      <a:pt x="152073" y="46349"/>
                      <a:pt x="178775" y="73051"/>
                      <a:pt x="178775" y="105941"/>
                    </a:cubicBezTo>
                    <a:cubicBezTo>
                      <a:pt x="178775" y="138830"/>
                      <a:pt x="152073" y="165532"/>
                      <a:pt x="119183" y="165532"/>
                    </a:cubicBezTo>
                    <a:cubicBezTo>
                      <a:pt x="86294" y="165532"/>
                      <a:pt x="59592" y="138830"/>
                      <a:pt x="59592" y="105941"/>
                    </a:cubicBezTo>
                    <a:close/>
                    <a:moveTo>
                      <a:pt x="119183" y="79455"/>
                    </a:moveTo>
                    <a:cubicBezTo>
                      <a:pt x="119183" y="94064"/>
                      <a:pt x="107306" y="105941"/>
                      <a:pt x="92698" y="105941"/>
                    </a:cubicBezTo>
                    <a:cubicBezTo>
                      <a:pt x="87939" y="105941"/>
                      <a:pt x="83470" y="104699"/>
                      <a:pt x="79580" y="102464"/>
                    </a:cubicBezTo>
                    <a:cubicBezTo>
                      <a:pt x="79166" y="106975"/>
                      <a:pt x="79538" y="111610"/>
                      <a:pt x="80780" y="116204"/>
                    </a:cubicBezTo>
                    <a:cubicBezTo>
                      <a:pt x="86449" y="137392"/>
                      <a:pt x="108258" y="149972"/>
                      <a:pt x="129446" y="144303"/>
                    </a:cubicBezTo>
                    <a:cubicBezTo>
                      <a:pt x="150634" y="138633"/>
                      <a:pt x="163215" y="116824"/>
                      <a:pt x="157545" y="95636"/>
                    </a:cubicBezTo>
                    <a:cubicBezTo>
                      <a:pt x="152497" y="76724"/>
                      <a:pt x="134578" y="64682"/>
                      <a:pt x="115707" y="66337"/>
                    </a:cubicBezTo>
                    <a:cubicBezTo>
                      <a:pt x="117900" y="70186"/>
                      <a:pt x="119183" y="74655"/>
                      <a:pt x="119183" y="79455"/>
                    </a:cubicBezTo>
                    <a:close/>
                  </a:path>
                </a:pathLst>
              </a:cu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4FE0371-AF74-67B5-125A-96C9F1056C5E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6B290FAC-B9ED-C7D2-1071-A916709FFC2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52" name="object 4">
                <a:extLst>
                  <a:ext uri="{FF2B5EF4-FFF2-40B4-BE49-F238E27FC236}">
                    <a16:creationId xmlns:a16="http://schemas.microsoft.com/office/drawing/2014/main" id="{106FD109-2883-5F1D-8B79-8A6D56A23425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56" name="object 5">
                <a:extLst>
                  <a:ext uri="{FF2B5EF4-FFF2-40B4-BE49-F238E27FC236}">
                    <a16:creationId xmlns:a16="http://schemas.microsoft.com/office/drawing/2014/main" id="{F27BC0A8-0A31-C06A-795B-216E74BCCB83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57" name="object 6">
                <a:extLst>
                  <a:ext uri="{FF2B5EF4-FFF2-40B4-BE49-F238E27FC236}">
                    <a16:creationId xmlns:a16="http://schemas.microsoft.com/office/drawing/2014/main" id="{D58A8573-F518-A6B2-D9D4-1341FE9482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7">
                <a:extLst>
                  <a:ext uri="{FF2B5EF4-FFF2-40B4-BE49-F238E27FC236}">
                    <a16:creationId xmlns:a16="http://schemas.microsoft.com/office/drawing/2014/main" id="{22C2927F-1BE9-B8EF-410D-17D4C0B077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6" name="object 8">
                <a:extLst>
                  <a:ext uri="{FF2B5EF4-FFF2-40B4-BE49-F238E27FC236}">
                    <a16:creationId xmlns:a16="http://schemas.microsoft.com/office/drawing/2014/main" id="{B59197AC-60C4-6263-67C6-B0201CE4ECAB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67" name="object 9">
                <a:extLst>
                  <a:ext uri="{FF2B5EF4-FFF2-40B4-BE49-F238E27FC236}">
                    <a16:creationId xmlns:a16="http://schemas.microsoft.com/office/drawing/2014/main" id="{DA6AE5BB-F10F-D0EA-304F-DE3DEBEF508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8" name="object 10">
                <a:extLst>
                  <a:ext uri="{FF2B5EF4-FFF2-40B4-BE49-F238E27FC236}">
                    <a16:creationId xmlns:a16="http://schemas.microsoft.com/office/drawing/2014/main" id="{A97AF2EA-D9CC-E397-6228-15CB0D680E29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69" name="object 11">
                <a:extLst>
                  <a:ext uri="{FF2B5EF4-FFF2-40B4-BE49-F238E27FC236}">
                    <a16:creationId xmlns:a16="http://schemas.microsoft.com/office/drawing/2014/main" id="{50CD6586-52BE-EC5B-8A3C-24A23F0B7A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12">
                <a:extLst>
                  <a:ext uri="{FF2B5EF4-FFF2-40B4-BE49-F238E27FC236}">
                    <a16:creationId xmlns:a16="http://schemas.microsoft.com/office/drawing/2014/main" id="{CE4F705B-AF07-2379-B109-F72EF876D9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1" name="object 13">
                <a:extLst>
                  <a:ext uri="{FF2B5EF4-FFF2-40B4-BE49-F238E27FC236}">
                    <a16:creationId xmlns:a16="http://schemas.microsoft.com/office/drawing/2014/main" id="{C5CD91B8-710A-CD6B-3DB4-5706D49CB4C2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72" name="object 14">
                <a:extLst>
                  <a:ext uri="{FF2B5EF4-FFF2-40B4-BE49-F238E27FC236}">
                    <a16:creationId xmlns:a16="http://schemas.microsoft.com/office/drawing/2014/main" id="{37F16CE8-016D-D345-6659-71DE9AEEA7E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31" name="object 15">
              <a:extLst>
                <a:ext uri="{FF2B5EF4-FFF2-40B4-BE49-F238E27FC236}">
                  <a16:creationId xmlns:a16="http://schemas.microsoft.com/office/drawing/2014/main" id="{9DC22D02-02D6-7CBC-A1B9-5FA48AF05B9D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2" name="object 16">
              <a:extLst>
                <a:ext uri="{FF2B5EF4-FFF2-40B4-BE49-F238E27FC236}">
                  <a16:creationId xmlns:a16="http://schemas.microsoft.com/office/drawing/2014/main" id="{9DCC5B74-16FB-6B15-B222-DC3DD2B28145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3" name="object 17">
              <a:extLst>
                <a:ext uri="{FF2B5EF4-FFF2-40B4-BE49-F238E27FC236}">
                  <a16:creationId xmlns:a16="http://schemas.microsoft.com/office/drawing/2014/main" id="{19E40776-EDF4-FD24-212F-0A281DBF4DF1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7" name="object 18">
              <a:extLst>
                <a:ext uri="{FF2B5EF4-FFF2-40B4-BE49-F238E27FC236}">
                  <a16:creationId xmlns:a16="http://schemas.microsoft.com/office/drawing/2014/main" id="{055C9605-A9BC-0F22-B704-EACCD3D21CAD}"/>
                </a:ext>
              </a:extLst>
            </p:cNvPr>
            <p:cNvPicPr>
              <a:picLocks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8" name="object 19">
              <a:extLst>
                <a:ext uri="{FF2B5EF4-FFF2-40B4-BE49-F238E27FC236}">
                  <a16:creationId xmlns:a16="http://schemas.microsoft.com/office/drawing/2014/main" id="{C22EFAB1-3737-0E2B-266A-D5778DCD27A7}"/>
                </a:ext>
              </a:extLst>
            </p:cNvPr>
            <p:cNvPicPr>
              <a:picLocks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9" name="object 20">
              <a:extLst>
                <a:ext uri="{FF2B5EF4-FFF2-40B4-BE49-F238E27FC236}">
                  <a16:creationId xmlns:a16="http://schemas.microsoft.com/office/drawing/2014/main" id="{6613A552-CF8E-2177-2F95-0C932B91B1D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40" name="object 21">
                <a:extLst>
                  <a:ext uri="{FF2B5EF4-FFF2-40B4-BE49-F238E27FC236}">
                    <a16:creationId xmlns:a16="http://schemas.microsoft.com/office/drawing/2014/main" id="{094B7395-AD64-7FB6-7162-2BD8370FCE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2">
                <a:extLst>
                  <a:ext uri="{FF2B5EF4-FFF2-40B4-BE49-F238E27FC236}">
                    <a16:creationId xmlns:a16="http://schemas.microsoft.com/office/drawing/2014/main" id="{C5FF0673-0DEC-55FC-6D35-3F8DDCFB67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23">
                <a:extLst>
                  <a:ext uri="{FF2B5EF4-FFF2-40B4-BE49-F238E27FC236}">
                    <a16:creationId xmlns:a16="http://schemas.microsoft.com/office/drawing/2014/main" id="{44413FCA-7D70-8222-D478-F4653319A3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24">
                <a:extLst>
                  <a:ext uri="{FF2B5EF4-FFF2-40B4-BE49-F238E27FC236}">
                    <a16:creationId xmlns:a16="http://schemas.microsoft.com/office/drawing/2014/main" id="{A6D8E86B-2875-1D16-7B1C-F12C356EE1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9" name="object 25">
                <a:extLst>
                  <a:ext uri="{FF2B5EF4-FFF2-40B4-BE49-F238E27FC236}">
                    <a16:creationId xmlns:a16="http://schemas.microsoft.com/office/drawing/2014/main" id="{D5234766-EEDF-646D-CCD2-7FBC4782D826}"/>
                  </a:ext>
                </a:extLst>
              </p:cNvPr>
              <p:cNvPicPr>
                <a:picLocks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50" name="object 26">
                <a:extLst>
                  <a:ext uri="{FF2B5EF4-FFF2-40B4-BE49-F238E27FC236}">
                    <a16:creationId xmlns:a16="http://schemas.microsoft.com/office/drawing/2014/main" id="{1E65AD2E-BB25-CA55-15EE-2CF49917FF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1" name="object 27">
                <a:extLst>
                  <a:ext uri="{FF2B5EF4-FFF2-40B4-BE49-F238E27FC236}">
                    <a16:creationId xmlns:a16="http://schemas.microsoft.com/office/drawing/2014/main" id="{C905E8AF-12AE-0939-3CB6-A6E49C0389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204022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E1F003-BB97-1FE3-26CD-5ADE297A5B76}"/>
              </a:ext>
            </a:extLst>
          </p:cNvPr>
          <p:cNvSpPr txBox="1"/>
          <p:nvPr/>
        </p:nvSpPr>
        <p:spPr>
          <a:xfrm>
            <a:off x="-12992" y="-9112"/>
            <a:ext cx="18300992" cy="1323439"/>
          </a:xfrm>
          <a:prstGeom prst="rect">
            <a:avLst/>
          </a:prstGeom>
          <a:noFill/>
          <a:ln w="47625">
            <a:noFill/>
          </a:ln>
        </p:spPr>
        <p:txBody>
          <a:bodyPr wrap="square" lIns="90000" rtlCol="0">
            <a:spAutoFit/>
          </a:bodyPr>
          <a:lstStyle/>
          <a:p>
            <a:r>
              <a:rPr lang="en-US" sz="8000" b="1" dirty="0">
                <a:solidFill>
                  <a:srgbClr val="005592"/>
                </a:solidFill>
              </a:rPr>
              <a:t>CHEMICAL STORAGE YARD SAFETY</a:t>
            </a:r>
          </a:p>
        </p:txBody>
      </p:sp>
      <p:pic>
        <p:nvPicPr>
          <p:cNvPr id="32" name="object 3">
            <a:extLst>
              <a:ext uri="{FF2B5EF4-FFF2-40B4-BE49-F238E27FC236}">
                <a16:creationId xmlns:a16="http://schemas.microsoft.com/office/drawing/2014/main" id="{413E09B4-2852-DA74-31B7-8D7D48CD0C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16" y="1616659"/>
            <a:ext cx="8305800" cy="7772130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16687249-8310-0F75-D717-F3CB32824206}"/>
              </a:ext>
            </a:extLst>
          </p:cNvPr>
          <p:cNvGrpSpPr/>
          <p:nvPr/>
        </p:nvGrpSpPr>
        <p:grpSpPr>
          <a:xfrm>
            <a:off x="9144000" y="1640492"/>
            <a:ext cx="6348302" cy="4956206"/>
            <a:chOff x="9144000" y="1640492"/>
            <a:chExt cx="6348302" cy="495620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7AE9A63-1F77-0396-3FDF-86E3FBCC305A}"/>
                </a:ext>
              </a:extLst>
            </p:cNvPr>
            <p:cNvSpPr/>
            <p:nvPr/>
          </p:nvSpPr>
          <p:spPr>
            <a:xfrm>
              <a:off x="9144000" y="1640492"/>
              <a:ext cx="6348302" cy="495620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500" b="1" dirty="0">
                  <a:solidFill>
                    <a:srgbClr val="005592"/>
                  </a:solidFill>
                  <a:effectLst/>
                </a:rPr>
                <a:t>Comprehensive safety measures for hazardous materials storage ensuring worker protection</a:t>
              </a:r>
            </a:p>
            <a:p>
              <a:endParaRPr lang="en-US" sz="2500" b="1" dirty="0">
                <a:solidFill>
                  <a:srgbClr val="005592"/>
                </a:solidFill>
              </a:endParaRPr>
            </a:p>
            <a:p>
              <a:r>
                <a:rPr lang="en-US" sz="2500" b="1" dirty="0">
                  <a:solidFill>
                    <a:srgbClr val="005592"/>
                  </a:solidFill>
                  <a:effectLst/>
                </a:rPr>
                <a:t>         </a:t>
              </a:r>
              <a:r>
                <a:rPr lang="en-US" sz="2500" b="1" dirty="0">
                  <a:solidFill>
                    <a:srgbClr val="FF0000"/>
                  </a:solidFill>
                  <a:effectLst/>
                </a:rPr>
                <a:t>SEGREGATION</a:t>
              </a:r>
            </a:p>
            <a:p>
              <a:r>
                <a:rPr lang="en-US" sz="2000" b="1" dirty="0">
                  <a:solidFill>
                    <a:srgbClr val="005592"/>
                  </a:solidFill>
                  <a:effectLst/>
                </a:rPr>
                <a:t>Incompatible chemicals stored separately</a:t>
              </a:r>
            </a:p>
            <a:p>
              <a:r>
                <a:rPr lang="en-US" sz="2000" b="1" dirty="0">
                  <a:solidFill>
                    <a:srgbClr val="005592"/>
                  </a:solidFill>
                </a:rPr>
                <a:t>           </a:t>
              </a:r>
            </a:p>
            <a:p>
              <a:r>
                <a:rPr lang="en-US" sz="2000" b="1" dirty="0">
                  <a:solidFill>
                    <a:srgbClr val="005592"/>
                  </a:solidFill>
                  <a:effectLst/>
                </a:rPr>
                <a:t>           </a:t>
              </a:r>
              <a:r>
                <a:rPr lang="en-US" sz="2500" b="1" dirty="0">
                  <a:solidFill>
                    <a:srgbClr val="ECC94B"/>
                  </a:solidFill>
                  <a:effectLst/>
                </a:rPr>
                <a:t>LABELING</a:t>
              </a:r>
            </a:p>
            <a:p>
              <a:r>
                <a:rPr lang="en-US" sz="2000" b="1" dirty="0">
                  <a:solidFill>
                    <a:schemeClr val="tx2"/>
                  </a:solidFill>
                  <a:effectLst/>
                </a:rPr>
                <a:t>Clear hazard symbols and handling instructions</a:t>
              </a:r>
            </a:p>
            <a:p>
              <a:endParaRPr lang="en-US" sz="2000" b="1" dirty="0">
                <a:solidFill>
                  <a:schemeClr val="tx2"/>
                </a:solidFill>
              </a:endParaRPr>
            </a:p>
            <a:p>
              <a:r>
                <a:rPr lang="en-US" sz="2000" b="1" dirty="0">
                  <a:solidFill>
                    <a:schemeClr val="tx2"/>
                  </a:solidFill>
                  <a:effectLst/>
                </a:rPr>
                <a:t>           </a:t>
              </a:r>
              <a:r>
                <a:rPr lang="en-US" sz="2500" b="1" dirty="0">
                  <a:solidFill>
                    <a:srgbClr val="FF0000"/>
                  </a:solidFill>
                  <a:effectLst/>
                </a:rPr>
                <a:t>ACCESS CONTROL</a:t>
              </a:r>
            </a:p>
            <a:p>
              <a:r>
                <a:rPr lang="en-US" sz="2000" b="1" dirty="0">
                  <a:solidFill>
                    <a:schemeClr val="tx2"/>
                  </a:solidFill>
                  <a:effectLst/>
                </a:rPr>
                <a:t>Authorized personnel only with PPE</a:t>
              </a:r>
            </a:p>
            <a:p>
              <a:endParaRPr lang="en-US" sz="2000" b="1" dirty="0">
                <a:solidFill>
                  <a:schemeClr val="tx2"/>
                </a:solidFill>
              </a:endParaRPr>
            </a:p>
            <a:p>
              <a:r>
                <a:rPr lang="en-US" sz="2000" b="1" dirty="0">
                  <a:solidFill>
                    <a:schemeClr val="tx2"/>
                  </a:solidFill>
                  <a:effectLst/>
                </a:rPr>
                <a:t>          </a:t>
              </a:r>
              <a:r>
                <a:rPr lang="en-US" sz="2500" b="1" dirty="0">
                  <a:solidFill>
                    <a:schemeClr val="tx2"/>
                  </a:solidFill>
                  <a:effectLst/>
                </a:rPr>
                <a:t> </a:t>
              </a:r>
              <a:r>
                <a:rPr lang="en-US" sz="2500" b="1" dirty="0">
                  <a:solidFill>
                    <a:srgbClr val="ECC94B"/>
                  </a:solidFill>
                  <a:effectLst/>
                </a:rPr>
                <a:t>EMERGENCY PLAN</a:t>
              </a:r>
            </a:p>
            <a:p>
              <a:r>
                <a:rPr lang="en-US" sz="2000" b="1" dirty="0">
                  <a:solidFill>
                    <a:schemeClr val="tx2"/>
                  </a:solidFill>
                  <a:effectLst/>
                </a:rPr>
                <a:t>Spill response and evacuation procedures</a:t>
              </a:r>
            </a:p>
            <a:p>
              <a:endParaRPr lang="en-US" sz="2000" b="1" dirty="0">
                <a:solidFill>
                  <a:schemeClr val="tx2"/>
                </a:solidFill>
                <a:effectLst/>
              </a:endParaRPr>
            </a:p>
            <a:p>
              <a:endParaRPr lang="en-US" sz="2000" b="1" dirty="0"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6D6BCACE-3757-8C3A-256A-849A845A8ED9}"/>
                </a:ext>
              </a:extLst>
            </p:cNvPr>
            <p:cNvSpPr/>
            <p:nvPr/>
          </p:nvSpPr>
          <p:spPr>
            <a:xfrm>
              <a:off x="9296400" y="2781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338145" h="338145">
                  <a:moveTo>
                    <a:pt x="153552" y="3434"/>
                  </a:moveTo>
                  <a:cubicBezTo>
                    <a:pt x="163393" y="-1123"/>
                    <a:pt x="174752" y="-1123"/>
                    <a:pt x="184593" y="3434"/>
                  </a:cubicBezTo>
                  <a:lnTo>
                    <a:pt x="328965" y="70139"/>
                  </a:lnTo>
                  <a:cubicBezTo>
                    <a:pt x="334578" y="72714"/>
                    <a:pt x="338145" y="78328"/>
                    <a:pt x="338145" y="84536"/>
                  </a:cubicBezTo>
                  <a:cubicBezTo>
                    <a:pt x="338145" y="90744"/>
                    <a:pt x="334578" y="96358"/>
                    <a:pt x="328965" y="98934"/>
                  </a:cubicBezTo>
                  <a:lnTo>
                    <a:pt x="184593" y="165638"/>
                  </a:lnTo>
                  <a:cubicBezTo>
                    <a:pt x="174752" y="170195"/>
                    <a:pt x="163393" y="170195"/>
                    <a:pt x="153552" y="165638"/>
                  </a:cubicBezTo>
                  <a:lnTo>
                    <a:pt x="9180" y="98934"/>
                  </a:lnTo>
                  <a:cubicBezTo>
                    <a:pt x="3566" y="96292"/>
                    <a:pt x="0" y="90678"/>
                    <a:pt x="0" y="84536"/>
                  </a:cubicBezTo>
                  <a:cubicBezTo>
                    <a:pt x="0" y="78394"/>
                    <a:pt x="3566" y="72714"/>
                    <a:pt x="9180" y="70139"/>
                  </a:cubicBezTo>
                  <a:lnTo>
                    <a:pt x="153552" y="3434"/>
                  </a:lnTo>
                  <a:close/>
                  <a:moveTo>
                    <a:pt x="31767" y="144240"/>
                  </a:moveTo>
                  <a:lnTo>
                    <a:pt x="140277" y="194367"/>
                  </a:lnTo>
                  <a:cubicBezTo>
                    <a:pt x="158571" y="202821"/>
                    <a:pt x="179639" y="202821"/>
                    <a:pt x="197934" y="194367"/>
                  </a:cubicBezTo>
                  <a:lnTo>
                    <a:pt x="306444" y="144240"/>
                  </a:lnTo>
                  <a:lnTo>
                    <a:pt x="328965" y="154675"/>
                  </a:lnTo>
                  <a:cubicBezTo>
                    <a:pt x="334578" y="157251"/>
                    <a:pt x="338145" y="162864"/>
                    <a:pt x="338145" y="169072"/>
                  </a:cubicBezTo>
                  <a:cubicBezTo>
                    <a:pt x="338145" y="175281"/>
                    <a:pt x="334578" y="180894"/>
                    <a:pt x="328965" y="183470"/>
                  </a:cubicBezTo>
                  <a:lnTo>
                    <a:pt x="184593" y="250174"/>
                  </a:lnTo>
                  <a:cubicBezTo>
                    <a:pt x="174752" y="254731"/>
                    <a:pt x="163393" y="254731"/>
                    <a:pt x="153552" y="250174"/>
                  </a:cubicBezTo>
                  <a:lnTo>
                    <a:pt x="9180" y="183470"/>
                  </a:lnTo>
                  <a:cubicBezTo>
                    <a:pt x="3566" y="180828"/>
                    <a:pt x="0" y="175215"/>
                    <a:pt x="0" y="169072"/>
                  </a:cubicBezTo>
                  <a:cubicBezTo>
                    <a:pt x="0" y="162930"/>
                    <a:pt x="3566" y="157251"/>
                    <a:pt x="9180" y="154675"/>
                  </a:cubicBezTo>
                  <a:lnTo>
                    <a:pt x="31701" y="144240"/>
                  </a:lnTo>
                  <a:close/>
                  <a:moveTo>
                    <a:pt x="9180" y="239211"/>
                  </a:moveTo>
                  <a:lnTo>
                    <a:pt x="31701" y="228776"/>
                  </a:lnTo>
                  <a:lnTo>
                    <a:pt x="140211" y="278903"/>
                  </a:lnTo>
                  <a:cubicBezTo>
                    <a:pt x="158505" y="287357"/>
                    <a:pt x="179573" y="287357"/>
                    <a:pt x="197868" y="278903"/>
                  </a:cubicBezTo>
                  <a:lnTo>
                    <a:pt x="306378" y="228776"/>
                  </a:lnTo>
                  <a:lnTo>
                    <a:pt x="328899" y="239211"/>
                  </a:lnTo>
                  <a:cubicBezTo>
                    <a:pt x="334512" y="241787"/>
                    <a:pt x="338079" y="247401"/>
                    <a:pt x="338079" y="253609"/>
                  </a:cubicBezTo>
                  <a:cubicBezTo>
                    <a:pt x="338079" y="259817"/>
                    <a:pt x="334512" y="265430"/>
                    <a:pt x="328899" y="268006"/>
                  </a:cubicBezTo>
                  <a:lnTo>
                    <a:pt x="184527" y="334711"/>
                  </a:lnTo>
                  <a:cubicBezTo>
                    <a:pt x="174686" y="339268"/>
                    <a:pt x="163327" y="339268"/>
                    <a:pt x="153486" y="334711"/>
                  </a:cubicBezTo>
                  <a:lnTo>
                    <a:pt x="9180" y="268006"/>
                  </a:lnTo>
                  <a:cubicBezTo>
                    <a:pt x="3566" y="265364"/>
                    <a:pt x="0" y="259751"/>
                    <a:pt x="0" y="253609"/>
                  </a:cubicBezTo>
                  <a:cubicBezTo>
                    <a:pt x="0" y="247467"/>
                    <a:pt x="3566" y="241787"/>
                    <a:pt x="9180" y="239211"/>
                  </a:cubicBez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Shape 13">
              <a:extLst>
                <a:ext uri="{FF2B5EF4-FFF2-40B4-BE49-F238E27FC236}">
                  <a16:creationId xmlns:a16="http://schemas.microsoft.com/office/drawing/2014/main" id="{F6A797C5-FA85-BCC0-685E-D79A24323EE6}"/>
                </a:ext>
              </a:extLst>
            </p:cNvPr>
            <p:cNvSpPr/>
            <p:nvPr/>
          </p:nvSpPr>
          <p:spPr>
            <a:xfrm>
              <a:off x="9296400" y="377873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380413" h="338145">
                  <a:moveTo>
                    <a:pt x="264968" y="25823"/>
                  </a:moveTo>
                  <a:lnTo>
                    <a:pt x="362845" y="125087"/>
                  </a:lnTo>
                  <a:cubicBezTo>
                    <a:pt x="381139" y="143646"/>
                    <a:pt x="381139" y="173365"/>
                    <a:pt x="362845" y="191924"/>
                  </a:cubicBezTo>
                  <a:lnTo>
                    <a:pt x="259553" y="296471"/>
                  </a:lnTo>
                  <a:cubicBezTo>
                    <a:pt x="253410" y="302679"/>
                    <a:pt x="243372" y="302745"/>
                    <a:pt x="237164" y="296603"/>
                  </a:cubicBezTo>
                  <a:cubicBezTo>
                    <a:pt x="230956" y="290461"/>
                    <a:pt x="230890" y="280422"/>
                    <a:pt x="237032" y="274214"/>
                  </a:cubicBezTo>
                  <a:lnTo>
                    <a:pt x="340324" y="169601"/>
                  </a:lnTo>
                  <a:cubicBezTo>
                    <a:pt x="346400" y="163459"/>
                    <a:pt x="346400" y="153486"/>
                    <a:pt x="340324" y="147344"/>
                  </a:cubicBezTo>
                  <a:lnTo>
                    <a:pt x="242381" y="48146"/>
                  </a:lnTo>
                  <a:cubicBezTo>
                    <a:pt x="236239" y="41938"/>
                    <a:pt x="236305" y="31899"/>
                    <a:pt x="242513" y="25757"/>
                  </a:cubicBezTo>
                  <a:cubicBezTo>
                    <a:pt x="248721" y="19615"/>
                    <a:pt x="258760" y="19681"/>
                    <a:pt x="264902" y="25889"/>
                  </a:cubicBezTo>
                  <a:close/>
                  <a:moveTo>
                    <a:pt x="21200" y="151571"/>
                  </a:moveTo>
                  <a:lnTo>
                    <a:pt x="21200" y="63402"/>
                  </a:lnTo>
                  <a:cubicBezTo>
                    <a:pt x="21200" y="40089"/>
                    <a:pt x="40155" y="21134"/>
                    <a:pt x="63468" y="21134"/>
                  </a:cubicBezTo>
                  <a:lnTo>
                    <a:pt x="151637" y="21134"/>
                  </a:lnTo>
                  <a:cubicBezTo>
                    <a:pt x="162864" y="21134"/>
                    <a:pt x="173629" y="25559"/>
                    <a:pt x="181555" y="33484"/>
                  </a:cubicBezTo>
                  <a:lnTo>
                    <a:pt x="276658" y="128588"/>
                  </a:lnTo>
                  <a:cubicBezTo>
                    <a:pt x="293169" y="145098"/>
                    <a:pt x="293169" y="171846"/>
                    <a:pt x="276658" y="188357"/>
                  </a:cubicBezTo>
                  <a:lnTo>
                    <a:pt x="188489" y="276526"/>
                  </a:lnTo>
                  <a:cubicBezTo>
                    <a:pt x="171978" y="293037"/>
                    <a:pt x="145231" y="293037"/>
                    <a:pt x="128720" y="276526"/>
                  </a:cubicBezTo>
                  <a:lnTo>
                    <a:pt x="33616" y="181423"/>
                  </a:lnTo>
                  <a:cubicBezTo>
                    <a:pt x="25691" y="173497"/>
                    <a:pt x="21266" y="162732"/>
                    <a:pt x="21266" y="151505"/>
                  </a:cubicBezTo>
                  <a:close/>
                  <a:moveTo>
                    <a:pt x="116303" y="95103"/>
                  </a:moveTo>
                  <a:cubicBezTo>
                    <a:pt x="116303" y="83439"/>
                    <a:pt x="106833" y="73969"/>
                    <a:pt x="95169" y="73969"/>
                  </a:cubicBezTo>
                  <a:cubicBezTo>
                    <a:pt x="83505" y="73969"/>
                    <a:pt x="74035" y="83439"/>
                    <a:pt x="74035" y="95103"/>
                  </a:cubicBezTo>
                  <a:cubicBezTo>
                    <a:pt x="74035" y="106767"/>
                    <a:pt x="83505" y="116237"/>
                    <a:pt x="95169" y="116237"/>
                  </a:cubicBezTo>
                  <a:cubicBezTo>
                    <a:pt x="106833" y="116237"/>
                    <a:pt x="116303" y="106767"/>
                    <a:pt x="116303" y="95103"/>
                  </a:cubicBezTo>
                  <a:close/>
                </a:path>
              </a:pathLst>
            </a:custGeom>
            <a:solidFill>
              <a:srgbClr val="ECC94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Shape 18">
              <a:extLst>
                <a:ext uri="{FF2B5EF4-FFF2-40B4-BE49-F238E27FC236}">
                  <a16:creationId xmlns:a16="http://schemas.microsoft.com/office/drawing/2014/main" id="{EFE91E47-30B3-B9D2-C914-86FD41EE330F}"/>
                </a:ext>
              </a:extLst>
            </p:cNvPr>
            <p:cNvSpPr/>
            <p:nvPr/>
          </p:nvSpPr>
          <p:spPr>
            <a:xfrm>
              <a:off x="9296400" y="4686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253609" h="338145">
                  <a:moveTo>
                    <a:pt x="84536" y="63402"/>
                  </a:moveTo>
                  <a:lnTo>
                    <a:pt x="84536" y="105670"/>
                  </a:lnTo>
                  <a:lnTo>
                    <a:pt x="169072" y="105670"/>
                  </a:lnTo>
                  <a:lnTo>
                    <a:pt x="169072" y="63402"/>
                  </a:lnTo>
                  <a:cubicBezTo>
                    <a:pt x="169072" y="40089"/>
                    <a:pt x="150118" y="21134"/>
                    <a:pt x="126804" y="21134"/>
                  </a:cubicBezTo>
                  <a:cubicBezTo>
                    <a:pt x="103491" y="21134"/>
                    <a:pt x="84536" y="40089"/>
                    <a:pt x="84536" y="63402"/>
                  </a:cubicBezTo>
                  <a:close/>
                  <a:moveTo>
                    <a:pt x="42268" y="105670"/>
                  </a:moveTo>
                  <a:lnTo>
                    <a:pt x="42268" y="63402"/>
                  </a:lnTo>
                  <a:cubicBezTo>
                    <a:pt x="42268" y="16709"/>
                    <a:pt x="80111" y="-21134"/>
                    <a:pt x="126804" y="-21134"/>
                  </a:cubicBezTo>
                  <a:cubicBezTo>
                    <a:pt x="173497" y="-21134"/>
                    <a:pt x="211341" y="16709"/>
                    <a:pt x="211341" y="63402"/>
                  </a:cubicBezTo>
                  <a:lnTo>
                    <a:pt x="211341" y="105670"/>
                  </a:lnTo>
                  <a:cubicBezTo>
                    <a:pt x="234654" y="105670"/>
                    <a:pt x="253609" y="124625"/>
                    <a:pt x="253609" y="147938"/>
                  </a:cubicBezTo>
                  <a:lnTo>
                    <a:pt x="253609" y="295877"/>
                  </a:lnTo>
                  <a:cubicBezTo>
                    <a:pt x="253609" y="319190"/>
                    <a:pt x="234654" y="338145"/>
                    <a:pt x="211341" y="338145"/>
                  </a:cubicBezTo>
                  <a:lnTo>
                    <a:pt x="42268" y="338145"/>
                  </a:lnTo>
                  <a:cubicBezTo>
                    <a:pt x="18955" y="338145"/>
                    <a:pt x="0" y="319190"/>
                    <a:pt x="0" y="295877"/>
                  </a:cubicBezTo>
                  <a:lnTo>
                    <a:pt x="0" y="147938"/>
                  </a:lnTo>
                  <a:cubicBezTo>
                    <a:pt x="0" y="124625"/>
                    <a:pt x="18955" y="105670"/>
                    <a:pt x="42268" y="105670"/>
                  </a:cubicBezTo>
                  <a:close/>
                </a:path>
              </a:pathLst>
            </a:custGeom>
            <a:solidFill>
              <a:srgbClr val="E53E3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Shape 23">
              <a:extLst>
                <a:ext uri="{FF2B5EF4-FFF2-40B4-BE49-F238E27FC236}">
                  <a16:creationId xmlns:a16="http://schemas.microsoft.com/office/drawing/2014/main" id="{96D15527-B739-0292-E481-36C8BF18027B}"/>
                </a:ext>
              </a:extLst>
            </p:cNvPr>
            <p:cNvSpPr/>
            <p:nvPr/>
          </p:nvSpPr>
          <p:spPr>
            <a:xfrm>
              <a:off x="9308690" y="5733968"/>
              <a:ext cx="444910" cy="476331"/>
            </a:xfrm>
            <a:custGeom>
              <a:avLst/>
              <a:gdLst/>
              <a:ahLst/>
              <a:cxnLst/>
              <a:rect l="l" t="t" r="r" b="b"/>
              <a:pathLst>
                <a:path w="338145" h="338145">
                  <a:moveTo>
                    <a:pt x="42268" y="42268"/>
                  </a:moveTo>
                  <a:cubicBezTo>
                    <a:pt x="18955" y="42268"/>
                    <a:pt x="0" y="61223"/>
                    <a:pt x="0" y="84536"/>
                  </a:cubicBezTo>
                  <a:lnTo>
                    <a:pt x="0" y="253609"/>
                  </a:lnTo>
                  <a:cubicBezTo>
                    <a:pt x="0" y="276922"/>
                    <a:pt x="18955" y="295877"/>
                    <a:pt x="42268" y="295877"/>
                  </a:cubicBezTo>
                  <a:lnTo>
                    <a:pt x="52835" y="295877"/>
                  </a:lnTo>
                  <a:lnTo>
                    <a:pt x="52835" y="42268"/>
                  </a:lnTo>
                  <a:lnTo>
                    <a:pt x="42268" y="42268"/>
                  </a:lnTo>
                  <a:close/>
                  <a:moveTo>
                    <a:pt x="84536" y="42268"/>
                  </a:moveTo>
                  <a:lnTo>
                    <a:pt x="84536" y="295877"/>
                  </a:lnTo>
                  <a:lnTo>
                    <a:pt x="253609" y="295877"/>
                  </a:lnTo>
                  <a:lnTo>
                    <a:pt x="253609" y="42268"/>
                  </a:lnTo>
                  <a:lnTo>
                    <a:pt x="84536" y="42268"/>
                  </a:lnTo>
                  <a:close/>
                  <a:moveTo>
                    <a:pt x="295877" y="295877"/>
                  </a:moveTo>
                  <a:cubicBezTo>
                    <a:pt x="319190" y="295877"/>
                    <a:pt x="338145" y="276922"/>
                    <a:pt x="338145" y="253609"/>
                  </a:cubicBezTo>
                  <a:lnTo>
                    <a:pt x="338145" y="84536"/>
                  </a:lnTo>
                  <a:cubicBezTo>
                    <a:pt x="338145" y="61223"/>
                    <a:pt x="319190" y="42268"/>
                    <a:pt x="295877" y="42268"/>
                  </a:cubicBezTo>
                  <a:lnTo>
                    <a:pt x="285310" y="42268"/>
                  </a:lnTo>
                  <a:lnTo>
                    <a:pt x="285310" y="295877"/>
                  </a:lnTo>
                  <a:lnTo>
                    <a:pt x="295877" y="295877"/>
                  </a:lnTo>
                  <a:close/>
                  <a:moveTo>
                    <a:pt x="147938" y="121521"/>
                  </a:moveTo>
                  <a:cubicBezTo>
                    <a:pt x="147938" y="115709"/>
                    <a:pt x="152694" y="110954"/>
                    <a:pt x="158505" y="110954"/>
                  </a:cubicBezTo>
                  <a:lnTo>
                    <a:pt x="179639" y="110954"/>
                  </a:lnTo>
                  <a:cubicBezTo>
                    <a:pt x="185451" y="110954"/>
                    <a:pt x="190206" y="115709"/>
                    <a:pt x="190206" y="121521"/>
                  </a:cubicBezTo>
                  <a:lnTo>
                    <a:pt x="190206" y="147938"/>
                  </a:lnTo>
                  <a:lnTo>
                    <a:pt x="216624" y="147938"/>
                  </a:lnTo>
                  <a:cubicBezTo>
                    <a:pt x="222436" y="147938"/>
                    <a:pt x="227191" y="152694"/>
                    <a:pt x="227191" y="158505"/>
                  </a:cubicBezTo>
                  <a:lnTo>
                    <a:pt x="227191" y="179639"/>
                  </a:lnTo>
                  <a:cubicBezTo>
                    <a:pt x="227191" y="185451"/>
                    <a:pt x="222436" y="190206"/>
                    <a:pt x="216624" y="190206"/>
                  </a:cubicBezTo>
                  <a:lnTo>
                    <a:pt x="190206" y="190206"/>
                  </a:lnTo>
                  <a:lnTo>
                    <a:pt x="190206" y="216624"/>
                  </a:lnTo>
                  <a:cubicBezTo>
                    <a:pt x="190206" y="222436"/>
                    <a:pt x="185451" y="227191"/>
                    <a:pt x="179639" y="227191"/>
                  </a:cubicBezTo>
                  <a:lnTo>
                    <a:pt x="158505" y="227191"/>
                  </a:lnTo>
                  <a:cubicBezTo>
                    <a:pt x="152694" y="227191"/>
                    <a:pt x="147938" y="222436"/>
                    <a:pt x="147938" y="216624"/>
                  </a:cubicBezTo>
                  <a:lnTo>
                    <a:pt x="147938" y="190206"/>
                  </a:lnTo>
                  <a:lnTo>
                    <a:pt x="121521" y="190206"/>
                  </a:lnTo>
                  <a:cubicBezTo>
                    <a:pt x="115709" y="190206"/>
                    <a:pt x="110954" y="185451"/>
                    <a:pt x="110954" y="179639"/>
                  </a:cubicBezTo>
                  <a:lnTo>
                    <a:pt x="110954" y="158505"/>
                  </a:lnTo>
                  <a:cubicBezTo>
                    <a:pt x="110954" y="152694"/>
                    <a:pt x="115709" y="147938"/>
                    <a:pt x="121521" y="147938"/>
                  </a:cubicBezTo>
                  <a:lnTo>
                    <a:pt x="147938" y="147938"/>
                  </a:lnTo>
                  <a:lnTo>
                    <a:pt x="147938" y="121521"/>
                  </a:lnTo>
                  <a:close/>
                </a:path>
              </a:pathLst>
            </a:custGeom>
            <a:solidFill>
              <a:srgbClr val="ECC94B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BA694DF-07D3-165F-2114-DFD94269832D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00172F0D-CB7E-901A-FC50-078DEC7B96D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51" name="object 4">
                <a:extLst>
                  <a:ext uri="{FF2B5EF4-FFF2-40B4-BE49-F238E27FC236}">
                    <a16:creationId xmlns:a16="http://schemas.microsoft.com/office/drawing/2014/main" id="{4AAE2A66-3EF4-18AC-ADE1-DE429F39DEB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52" name="object 5">
                <a:extLst>
                  <a:ext uri="{FF2B5EF4-FFF2-40B4-BE49-F238E27FC236}">
                    <a16:creationId xmlns:a16="http://schemas.microsoft.com/office/drawing/2014/main" id="{14B8FBCB-30EF-4361-C44F-2C465F9167E8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53" name="object 6">
                <a:extLst>
                  <a:ext uri="{FF2B5EF4-FFF2-40B4-BE49-F238E27FC236}">
                    <a16:creationId xmlns:a16="http://schemas.microsoft.com/office/drawing/2014/main" id="{D0EB24EE-50E0-4AC7-1264-633E008141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7">
                <a:extLst>
                  <a:ext uri="{FF2B5EF4-FFF2-40B4-BE49-F238E27FC236}">
                    <a16:creationId xmlns:a16="http://schemas.microsoft.com/office/drawing/2014/main" id="{D485CD13-8C05-5707-1420-1690C84A91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5" name="object 8">
                <a:extLst>
                  <a:ext uri="{FF2B5EF4-FFF2-40B4-BE49-F238E27FC236}">
                    <a16:creationId xmlns:a16="http://schemas.microsoft.com/office/drawing/2014/main" id="{E924A723-1BA6-75C2-04BA-6B71D9247D29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56" name="object 9">
                <a:extLst>
                  <a:ext uri="{FF2B5EF4-FFF2-40B4-BE49-F238E27FC236}">
                    <a16:creationId xmlns:a16="http://schemas.microsoft.com/office/drawing/2014/main" id="{02F4385D-0A98-3FD1-894A-B17038D51E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7" name="object 10">
                <a:extLst>
                  <a:ext uri="{FF2B5EF4-FFF2-40B4-BE49-F238E27FC236}">
                    <a16:creationId xmlns:a16="http://schemas.microsoft.com/office/drawing/2014/main" id="{FCAE9E5D-A792-FC4E-5862-935782DF34D7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58" name="object 11">
                <a:extLst>
                  <a:ext uri="{FF2B5EF4-FFF2-40B4-BE49-F238E27FC236}">
                    <a16:creationId xmlns:a16="http://schemas.microsoft.com/office/drawing/2014/main" id="{20C1DBDC-DC99-5E5E-6ADA-3A1387CAAC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2">
                <a:extLst>
                  <a:ext uri="{FF2B5EF4-FFF2-40B4-BE49-F238E27FC236}">
                    <a16:creationId xmlns:a16="http://schemas.microsoft.com/office/drawing/2014/main" id="{9BB60497-D1DD-804E-B344-D77E6B65BC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0" name="object 13">
                <a:extLst>
                  <a:ext uri="{FF2B5EF4-FFF2-40B4-BE49-F238E27FC236}">
                    <a16:creationId xmlns:a16="http://schemas.microsoft.com/office/drawing/2014/main" id="{28D31CB3-B629-C8B0-F701-2192B2507774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61" name="object 14">
                <a:extLst>
                  <a:ext uri="{FF2B5EF4-FFF2-40B4-BE49-F238E27FC236}">
                    <a16:creationId xmlns:a16="http://schemas.microsoft.com/office/drawing/2014/main" id="{6F981B8C-A8D0-A985-7E95-359D2102AC50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31" name="object 15">
              <a:extLst>
                <a:ext uri="{FF2B5EF4-FFF2-40B4-BE49-F238E27FC236}">
                  <a16:creationId xmlns:a16="http://schemas.microsoft.com/office/drawing/2014/main" id="{602B4EF3-00BD-FA25-B8C3-F7D7F8731335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3" name="object 16">
              <a:extLst>
                <a:ext uri="{FF2B5EF4-FFF2-40B4-BE49-F238E27FC236}">
                  <a16:creationId xmlns:a16="http://schemas.microsoft.com/office/drawing/2014/main" id="{33A7B0CD-5113-FBA3-461D-686B2B760EE4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4" name="object 17">
              <a:extLst>
                <a:ext uri="{FF2B5EF4-FFF2-40B4-BE49-F238E27FC236}">
                  <a16:creationId xmlns:a16="http://schemas.microsoft.com/office/drawing/2014/main" id="{9A448156-57C0-9450-E379-45B678084D0C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6" name="object 18">
              <a:extLst>
                <a:ext uri="{FF2B5EF4-FFF2-40B4-BE49-F238E27FC236}">
                  <a16:creationId xmlns:a16="http://schemas.microsoft.com/office/drawing/2014/main" id="{48A7BE92-60A3-E49F-62C2-1CD66D9413CD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7" name="object 19">
              <a:extLst>
                <a:ext uri="{FF2B5EF4-FFF2-40B4-BE49-F238E27FC236}">
                  <a16:creationId xmlns:a16="http://schemas.microsoft.com/office/drawing/2014/main" id="{7D1788D7-A48D-9A1B-3BAF-5C9E6E4D6E75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8" name="object 20">
              <a:extLst>
                <a:ext uri="{FF2B5EF4-FFF2-40B4-BE49-F238E27FC236}">
                  <a16:creationId xmlns:a16="http://schemas.microsoft.com/office/drawing/2014/main" id="{F5C8FC6A-F55D-1874-7989-33655836E593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39" name="object 21">
                <a:extLst>
                  <a:ext uri="{FF2B5EF4-FFF2-40B4-BE49-F238E27FC236}">
                    <a16:creationId xmlns:a16="http://schemas.microsoft.com/office/drawing/2014/main" id="{2683DF8C-DB9A-0DAC-B32C-3317EB17A2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22">
                <a:extLst>
                  <a:ext uri="{FF2B5EF4-FFF2-40B4-BE49-F238E27FC236}">
                    <a16:creationId xmlns:a16="http://schemas.microsoft.com/office/drawing/2014/main" id="{62C89F18-F017-C1DA-54E8-2FEDEB3E16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23">
                <a:extLst>
                  <a:ext uri="{FF2B5EF4-FFF2-40B4-BE49-F238E27FC236}">
                    <a16:creationId xmlns:a16="http://schemas.microsoft.com/office/drawing/2014/main" id="{61669EFF-DE4F-02D8-4FE3-5C9ECE94E3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C7367FB3-D679-6DC7-0E69-1787F74B0C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E37C4A06-2D39-4260-AC19-FB8089DB7DF5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49" name="object 26">
                <a:extLst>
                  <a:ext uri="{FF2B5EF4-FFF2-40B4-BE49-F238E27FC236}">
                    <a16:creationId xmlns:a16="http://schemas.microsoft.com/office/drawing/2014/main" id="{6925DD0B-22B7-3A31-88F1-F2E2748736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0" name="object 27">
                <a:extLst>
                  <a:ext uri="{FF2B5EF4-FFF2-40B4-BE49-F238E27FC236}">
                    <a16:creationId xmlns:a16="http://schemas.microsoft.com/office/drawing/2014/main" id="{6AE7A1EF-185F-693C-5F59-0DDFB0F0C4C1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12078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60B135-A2AF-B6CE-7F66-AB22C6191EF5}"/>
              </a:ext>
            </a:extLst>
          </p:cNvPr>
          <p:cNvGrpSpPr>
            <a:grpSpLocks/>
          </p:cNvGrpSpPr>
          <p:nvPr/>
        </p:nvGrpSpPr>
        <p:grpSpPr>
          <a:xfrm>
            <a:off x="16687800" y="266700"/>
            <a:ext cx="1371600" cy="1295400"/>
            <a:chOff x="874655" y="438912"/>
            <a:chExt cx="2560320" cy="1687448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273E2AEE-0F20-7328-BE02-A7D5C73B704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91" y="438912"/>
              <a:ext cx="2212975" cy="909955"/>
              <a:chOff x="1048391" y="438912"/>
              <a:chExt cx="2212975" cy="909955"/>
            </a:xfrm>
          </p:grpSpPr>
          <p:pic>
            <p:nvPicPr>
              <p:cNvPr id="43" name="object 4">
                <a:extLst>
                  <a:ext uri="{FF2B5EF4-FFF2-40B4-BE49-F238E27FC236}">
                    <a16:creationId xmlns:a16="http://schemas.microsoft.com/office/drawing/2014/main" id="{10BB11DB-392D-C400-CA9F-CA409311BD9A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98782" y="438912"/>
                <a:ext cx="749807" cy="402336"/>
              </a:xfrm>
              <a:prstGeom prst="rect">
                <a:avLst/>
              </a:prstGeom>
            </p:spPr>
          </p:pic>
          <p:pic>
            <p:nvPicPr>
              <p:cNvPr id="44" name="object 5">
                <a:extLst>
                  <a:ext uri="{FF2B5EF4-FFF2-40B4-BE49-F238E27FC236}">
                    <a16:creationId xmlns:a16="http://schemas.microsoft.com/office/drawing/2014/main" id="{0C93505C-80FE-3FB1-6651-9A975B3F0CBB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71350" y="836676"/>
                <a:ext cx="260604" cy="36576"/>
              </a:xfrm>
              <a:prstGeom prst="rect">
                <a:avLst/>
              </a:prstGeom>
            </p:spPr>
          </p:pic>
          <p:sp>
            <p:nvSpPr>
              <p:cNvPr id="45" name="object 6">
                <a:extLst>
                  <a:ext uri="{FF2B5EF4-FFF2-40B4-BE49-F238E27FC236}">
                    <a16:creationId xmlns:a16="http://schemas.microsoft.com/office/drawing/2014/main" id="{F7FBA021-D430-8B3D-3423-ABAACE40A2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8238" y="870966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D7D7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7">
                <a:extLst>
                  <a:ext uri="{FF2B5EF4-FFF2-40B4-BE49-F238E27FC236}">
                    <a16:creationId xmlns:a16="http://schemas.microsoft.com/office/drawing/2014/main" id="{76B53A48-2262-A889-FFA5-F919246350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13666" y="875538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C7C7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8">
                <a:extLst>
                  <a:ext uri="{FF2B5EF4-FFF2-40B4-BE49-F238E27FC236}">
                    <a16:creationId xmlns:a16="http://schemas.microsoft.com/office/drawing/2014/main" id="{0F7B129D-12F2-7B80-90D1-E5A0A32F02D7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78159" y="873252"/>
                <a:ext cx="635506" cy="192024"/>
              </a:xfrm>
              <a:prstGeom prst="rect">
                <a:avLst/>
              </a:prstGeom>
            </p:spPr>
          </p:pic>
          <p:sp>
            <p:nvSpPr>
              <p:cNvPr id="48" name="object 9">
                <a:extLst>
                  <a:ext uri="{FF2B5EF4-FFF2-40B4-BE49-F238E27FC236}">
                    <a16:creationId xmlns:a16="http://schemas.microsoft.com/office/drawing/2014/main" id="{97751CC7-CB3F-2DA6-FD75-D4ED40E70E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7575" y="1062990"/>
                <a:ext cx="585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5469">
                    <a:moveTo>
                      <a:pt x="0" y="0"/>
                    </a:moveTo>
                    <a:lnTo>
                      <a:pt x="73152" y="0"/>
                    </a:lnTo>
                  </a:path>
                  <a:path w="585469">
                    <a:moveTo>
                      <a:pt x="544066" y="0"/>
                    </a:moveTo>
                    <a:lnTo>
                      <a:pt x="585214" y="0"/>
                    </a:lnTo>
                  </a:path>
                </a:pathLst>
              </a:custGeom>
              <a:ln w="4572">
                <a:solidFill>
                  <a:srgbClr val="77A3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9" name="object 10">
                <a:extLst>
                  <a:ext uri="{FF2B5EF4-FFF2-40B4-BE49-F238E27FC236}">
                    <a16:creationId xmlns:a16="http://schemas.microsoft.com/office/drawing/2014/main" id="{3C730E87-5E20-C478-886D-3842CE95E3AB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6002" y="1060704"/>
                <a:ext cx="365760" cy="68580"/>
              </a:xfrm>
              <a:prstGeom prst="rect">
                <a:avLst/>
              </a:prstGeom>
            </p:spPr>
          </p:pic>
          <p:sp>
            <p:nvSpPr>
              <p:cNvPr id="50" name="object 11">
                <a:extLst>
                  <a:ext uri="{FF2B5EF4-FFF2-40B4-BE49-F238E27FC236}">
                    <a16:creationId xmlns:a16="http://schemas.microsoft.com/office/drawing/2014/main" id="{C129B97E-3B8B-AA8C-44C5-B8E0C56650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1570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9A5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2">
                <a:extLst>
                  <a:ext uri="{FF2B5EF4-FFF2-40B4-BE49-F238E27FC236}">
                    <a16:creationId xmlns:a16="http://schemas.microsoft.com/office/drawing/2014/main" id="{51B35845-5BC2-C514-4E42-988D7B3237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57150" y="1136142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256CA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2" name="object 13">
                <a:extLst>
                  <a:ext uri="{FF2B5EF4-FFF2-40B4-BE49-F238E27FC236}">
                    <a16:creationId xmlns:a16="http://schemas.microsoft.com/office/drawing/2014/main" id="{34E48C49-64BC-769C-C205-920586ABAEF3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48391" y="1056131"/>
                <a:ext cx="1792222" cy="292608"/>
              </a:xfrm>
              <a:prstGeom prst="rect">
                <a:avLst/>
              </a:prstGeom>
            </p:spPr>
          </p:pic>
          <p:pic>
            <p:nvPicPr>
              <p:cNvPr id="53" name="object 14">
                <a:extLst>
                  <a:ext uri="{FF2B5EF4-FFF2-40B4-BE49-F238E27FC236}">
                    <a16:creationId xmlns:a16="http://schemas.microsoft.com/office/drawing/2014/main" id="{2AC84DA8-42C6-EDCF-E45B-12D220AA0085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04622" y="1056131"/>
                <a:ext cx="356616" cy="292608"/>
              </a:xfrm>
              <a:prstGeom prst="rect">
                <a:avLst/>
              </a:prstGeom>
            </p:spPr>
          </p:pic>
        </p:grpSp>
        <p:pic>
          <p:nvPicPr>
            <p:cNvPr id="4" name="object 15">
              <a:extLst>
                <a:ext uri="{FF2B5EF4-FFF2-40B4-BE49-F238E27FC236}">
                  <a16:creationId xmlns:a16="http://schemas.microsoft.com/office/drawing/2014/main" id="{6CC66B6C-F9D3-E545-94A5-AC7EE86280AD}"/>
                </a:ext>
              </a:extLst>
            </p:cNvPr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598" y="1403603"/>
              <a:ext cx="484632" cy="361188"/>
            </a:xfrm>
            <a:prstGeom prst="rect">
              <a:avLst/>
            </a:prstGeom>
          </p:spPr>
        </p:pic>
        <p:pic>
          <p:nvPicPr>
            <p:cNvPr id="31" name="object 16">
              <a:extLst>
                <a:ext uri="{FF2B5EF4-FFF2-40B4-BE49-F238E27FC236}">
                  <a16:creationId xmlns:a16="http://schemas.microsoft.com/office/drawing/2014/main" id="{9D7C6716-0DAB-D673-3A24-1352DEFAA562}"/>
                </a:ext>
              </a:extLst>
            </p:cNvPr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5418" y="1403603"/>
              <a:ext cx="836676" cy="361188"/>
            </a:xfrm>
            <a:prstGeom prst="rect">
              <a:avLst/>
            </a:prstGeom>
          </p:spPr>
        </p:pic>
        <p:pic>
          <p:nvPicPr>
            <p:cNvPr id="32" name="object 17">
              <a:extLst>
                <a:ext uri="{FF2B5EF4-FFF2-40B4-BE49-F238E27FC236}">
                  <a16:creationId xmlns:a16="http://schemas.microsoft.com/office/drawing/2014/main" id="{338068D5-CBD6-187D-E18B-7D21A2291EA0}"/>
                </a:ext>
              </a:extLst>
            </p:cNvPr>
            <p:cNvPicPr>
              <a:picLocks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247" y="1403603"/>
              <a:ext cx="475487" cy="361188"/>
            </a:xfrm>
            <a:prstGeom prst="rect">
              <a:avLst/>
            </a:prstGeom>
          </p:spPr>
        </p:pic>
        <p:pic>
          <p:nvPicPr>
            <p:cNvPr id="33" name="object 18">
              <a:extLst>
                <a:ext uri="{FF2B5EF4-FFF2-40B4-BE49-F238E27FC236}">
                  <a16:creationId xmlns:a16="http://schemas.microsoft.com/office/drawing/2014/main" id="{467FC7CA-4EDF-6CA4-10E8-D0AE83B3E3A2}"/>
                </a:ext>
              </a:extLst>
            </p:cNvPr>
            <p:cNvPicPr>
              <a:picLocks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4522" y="1403603"/>
              <a:ext cx="260603" cy="361188"/>
            </a:xfrm>
            <a:prstGeom prst="rect">
              <a:avLst/>
            </a:prstGeom>
          </p:spPr>
        </p:pic>
        <p:pic>
          <p:nvPicPr>
            <p:cNvPr id="34" name="object 19">
              <a:extLst>
                <a:ext uri="{FF2B5EF4-FFF2-40B4-BE49-F238E27FC236}">
                  <a16:creationId xmlns:a16="http://schemas.microsoft.com/office/drawing/2014/main" id="{34E3A2DD-A965-633D-F5BB-3E7C7F3449C2}"/>
                </a:ext>
              </a:extLst>
            </p:cNvPr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655" y="1815083"/>
              <a:ext cx="2560320" cy="146304"/>
            </a:xfrm>
            <a:prstGeom prst="rect">
              <a:avLst/>
            </a:prstGeom>
          </p:spPr>
        </p:pic>
        <p:grpSp>
          <p:nvGrpSpPr>
            <p:cNvPr id="35" name="object 20">
              <a:extLst>
                <a:ext uri="{FF2B5EF4-FFF2-40B4-BE49-F238E27FC236}">
                  <a16:creationId xmlns:a16="http://schemas.microsoft.com/office/drawing/2014/main" id="{822C358F-F7D1-5CCF-BD5C-73261277749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95279" y="2025395"/>
              <a:ext cx="1577340" cy="100965"/>
              <a:chOff x="1295279" y="2025395"/>
              <a:chExt cx="1577340" cy="100965"/>
            </a:xfrm>
          </p:grpSpPr>
          <p:sp>
            <p:nvSpPr>
              <p:cNvPr id="36" name="object 21">
                <a:extLst>
                  <a:ext uri="{FF2B5EF4-FFF2-40B4-BE49-F238E27FC236}">
                    <a16:creationId xmlns:a16="http://schemas.microsoft.com/office/drawing/2014/main" id="{FE9F7876-4129-FB61-C062-4C22EDF494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443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8A4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2">
                <a:extLst>
                  <a:ext uri="{FF2B5EF4-FFF2-40B4-BE49-F238E27FC236}">
                    <a16:creationId xmlns:a16="http://schemas.microsoft.com/office/drawing/2014/main" id="{5FBE2DD2-D5A7-D074-A74D-BA9C5F892D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70182" y="202768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7A3C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3">
                <a:extLst>
                  <a:ext uri="{FF2B5EF4-FFF2-40B4-BE49-F238E27FC236}">
                    <a16:creationId xmlns:a16="http://schemas.microsoft.com/office/drawing/2014/main" id="{EE572069-A664-6AC8-34D0-540337E882D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59287" y="2050541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5D91B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4">
                <a:extLst>
                  <a:ext uri="{FF2B5EF4-FFF2-40B4-BE49-F238E27FC236}">
                    <a16:creationId xmlns:a16="http://schemas.microsoft.com/office/drawing/2014/main" id="{4B64F656-93FC-C774-9EAC-76454F521D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5046" y="2055113"/>
                <a:ext cx="50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080">
                    <a:moveTo>
                      <a:pt x="0" y="0"/>
                    </a:moveTo>
                    <a:lnTo>
                      <a:pt x="4572" y="0"/>
                    </a:lnTo>
                  </a:path>
                </a:pathLst>
              </a:custGeom>
              <a:ln w="4572">
                <a:solidFill>
                  <a:srgbClr val="7BA7C5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0" name="object 25">
                <a:extLst>
                  <a:ext uri="{FF2B5EF4-FFF2-40B4-BE49-F238E27FC236}">
                    <a16:creationId xmlns:a16="http://schemas.microsoft.com/office/drawing/2014/main" id="{A347193F-9CC7-5DDE-2ACB-F4DE81EE28D0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25630" y="2048255"/>
                <a:ext cx="137159" cy="22860"/>
              </a:xfrm>
              <a:prstGeom prst="rect">
                <a:avLst/>
              </a:prstGeom>
            </p:spPr>
          </p:pic>
          <p:sp>
            <p:nvSpPr>
              <p:cNvPr id="41" name="object 26">
                <a:extLst>
                  <a:ext uri="{FF2B5EF4-FFF2-40B4-BE49-F238E27FC236}">
                    <a16:creationId xmlns:a16="http://schemas.microsoft.com/office/drawing/2014/main" id="{87A9C7FE-DABD-A30A-4B4A-EF04F449B5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62206" y="2068829"/>
                <a:ext cx="9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525">
                    <a:moveTo>
                      <a:pt x="0" y="0"/>
                    </a:moveTo>
                    <a:lnTo>
                      <a:pt x="9144" y="0"/>
                    </a:lnTo>
                  </a:path>
                </a:pathLst>
              </a:custGeom>
              <a:ln w="4572">
                <a:solidFill>
                  <a:srgbClr val="0054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2" name="object 27">
                <a:extLst>
                  <a:ext uri="{FF2B5EF4-FFF2-40B4-BE49-F238E27FC236}">
                    <a16:creationId xmlns:a16="http://schemas.microsoft.com/office/drawing/2014/main" id="{1FC611F2-6B8B-D139-5D75-D5C62C11DE68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95279" y="2025395"/>
                <a:ext cx="1577338" cy="100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1912787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344</Words>
  <Application>Microsoft Office PowerPoint</Application>
  <PresentationFormat>Custom</PresentationFormat>
  <Paragraphs>71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Hedvig Letters Sans</vt:lpstr>
      <vt:lpstr>Arial Black</vt:lpstr>
      <vt:lpstr>Arial</vt:lpstr>
      <vt:lpstr>Liter</vt:lpstr>
      <vt:lpstr>Quattrocento Sans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OCEANIC</dc:title>
  <cp:lastModifiedBy>SBC</cp:lastModifiedBy>
  <cp:revision>11</cp:revision>
  <dcterms:created xsi:type="dcterms:W3CDTF">2006-08-16T00:00:00Z</dcterms:created>
  <dcterms:modified xsi:type="dcterms:W3CDTF">2026-02-05T04:39:05Z</dcterms:modified>
  <dc:identifier>DAHAVAhcb_U</dc:identifier>
</cp:coreProperties>
</file>